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7" autoAdjust="0"/>
    <p:restoredTop sz="94660"/>
  </p:normalViewPr>
  <p:slideViewPr>
    <p:cSldViewPr>
      <p:cViewPr>
        <p:scale>
          <a:sx n="150" d="100"/>
          <a:sy n="150" d="100"/>
        </p:scale>
        <p:origin x="-594" y="8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725CA-4B35-4C4A-8D5E-27ADC53A8FDB}" type="datetimeFigureOut">
              <a:rPr lang="ko-KR" altLang="en-US" smtClean="0"/>
              <a:pPr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5B193-8695-4CA8-8468-09111C392A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ocalhost/jsp_prj/day0501/a.js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14282" y="214290"/>
            <a:ext cx="861646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*response</a:t>
            </a:r>
          </a:p>
          <a:p>
            <a:r>
              <a:rPr lang="en-US" altLang="ko-KR" dirty="0" smtClean="0"/>
              <a:t>-</a:t>
            </a:r>
            <a:r>
              <a:rPr lang="en-US" altLang="ko-KR" dirty="0" err="1" smtClean="0"/>
              <a:t>javax.servlet.http.HttpServletResponse</a:t>
            </a:r>
            <a:r>
              <a:rPr lang="ko-KR" altLang="en-US" dirty="0" smtClean="0"/>
              <a:t>가 데이터 형인 객체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-redirect</a:t>
            </a:r>
            <a:r>
              <a:rPr lang="ko-KR" altLang="en-US" dirty="0" smtClean="0"/>
              <a:t>방식의 페이지이동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무조건 다운로드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b="1" dirty="0" smtClean="0"/>
              <a:t>*redirect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-response</a:t>
            </a:r>
            <a:r>
              <a:rPr lang="ko-KR" altLang="en-US" dirty="0" smtClean="0"/>
              <a:t>내장객체에서 제공하는 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</a:t>
            </a:r>
            <a:r>
              <a:rPr lang="en-US" altLang="ko-KR" dirty="0" err="1" smtClean="0"/>
              <a:t>sendRedirect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사용하여 페이지를 이동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</a:t>
            </a:r>
            <a:r>
              <a:rPr lang="ko-KR" altLang="en-US" dirty="0" smtClean="0"/>
              <a:t>정상적인 요청이 있을 때 응답되는 페이지에서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비정상적인 요청이 발생 했을 때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사용하는 페이지 이동기술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사용법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response.sendRedirect</a:t>
            </a:r>
            <a:r>
              <a:rPr lang="en-US" altLang="ko-KR" dirty="0" smtClean="0"/>
              <a:t>(“</a:t>
            </a:r>
            <a:r>
              <a:rPr lang="ko-KR" altLang="en-US" dirty="0" err="1" smtClean="0"/>
              <a:t>이동할페이지의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URL”);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1614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*redirect </a:t>
            </a:r>
            <a:r>
              <a:rPr lang="ko-KR" altLang="en-US" dirty="0" smtClean="0"/>
              <a:t>이동</a:t>
            </a:r>
            <a:endParaRPr lang="ko-KR" altLang="en-US" dirty="0"/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1285852" y="1587585"/>
            <a:ext cx="764386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V="1">
            <a:off x="1357290" y="2719500"/>
            <a:ext cx="764386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2942" y="152490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14348" y="2648062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41751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083196" y="846139"/>
            <a:ext cx="4171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a.jsp</a:t>
            </a:r>
            <a:endParaRPr lang="ko-KR" altLang="en-US" sz="900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3263938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05390" y="47243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645478" y="901059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b.jsp</a:t>
            </a:r>
            <a:endParaRPr lang="ko-KR" altLang="en-US" sz="900" dirty="0"/>
          </a:p>
        </p:txBody>
      </p:sp>
      <p:cxnSp>
        <p:nvCxnSpPr>
          <p:cNvPr id="13" name="직선 화살표 연결선 12"/>
          <p:cNvCxnSpPr>
            <a:endCxn id="9" idx="2"/>
          </p:cNvCxnSpPr>
          <p:nvPr/>
        </p:nvCxnSpPr>
        <p:spPr>
          <a:xfrm rot="5400000" flipH="1" flipV="1">
            <a:off x="1155700" y="2186003"/>
            <a:ext cx="2298700" cy="2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9256" y="3275031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71470" y="571480"/>
            <a:ext cx="1143008" cy="785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직선 화살표 연결선 15"/>
          <p:cNvCxnSpPr/>
          <p:nvPr/>
        </p:nvCxnSpPr>
        <p:spPr>
          <a:xfrm rot="5400000" flipH="1" flipV="1">
            <a:off x="142844" y="857232"/>
            <a:ext cx="285752" cy="1428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rot="16200000" flipH="1">
            <a:off x="392877" y="892951"/>
            <a:ext cx="142876" cy="714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464315" y="821513"/>
            <a:ext cx="214314" cy="1428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16200000" flipH="1">
            <a:off x="570678" y="929464"/>
            <a:ext cx="215108" cy="706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5918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000100" y="3286124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http://localhost/jsp_prj/day0501/a.jsp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2643174" y="357166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 </a:t>
            </a:r>
            <a:r>
              <a:rPr lang="ko-KR" altLang="en-US" sz="900" b="1" dirty="0" smtClean="0"/>
              <a:t>정상적인 요청</a:t>
            </a:r>
            <a:r>
              <a:rPr lang="en-US" altLang="ko-KR" sz="900" b="1" dirty="0" smtClean="0"/>
              <a:t>?</a:t>
            </a:r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Y | N</a:t>
            </a:r>
            <a:endParaRPr lang="ko-KR" altLang="en-US" sz="900" dirty="0"/>
          </a:p>
        </p:txBody>
      </p:sp>
      <p:cxnSp>
        <p:nvCxnSpPr>
          <p:cNvPr id="28" name="직선 화살표 연결선 27"/>
          <p:cNvCxnSpPr/>
          <p:nvPr/>
        </p:nvCxnSpPr>
        <p:spPr>
          <a:xfrm rot="5400000">
            <a:off x="1178695" y="2178835"/>
            <a:ext cx="314327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43042" y="3786190"/>
            <a:ext cx="214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정상적인 </a:t>
            </a:r>
            <a:r>
              <a:rPr lang="ko-KR" altLang="en-US" sz="1200" dirty="0" err="1" smtClean="0"/>
              <a:t>요청일때</a:t>
            </a:r>
            <a:r>
              <a:rPr lang="ko-KR" altLang="en-US" sz="1200" dirty="0" smtClean="0"/>
              <a:t> 응답화면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2571736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32" name="직선 화살표 연결선 31"/>
          <p:cNvCxnSpPr/>
          <p:nvPr/>
        </p:nvCxnSpPr>
        <p:spPr>
          <a:xfrm rot="16200000" flipH="1">
            <a:off x="2428860" y="1214422"/>
            <a:ext cx="2286016" cy="1143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7186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37" name="직선 화살표 연결선 36"/>
          <p:cNvCxnSpPr/>
          <p:nvPr/>
        </p:nvCxnSpPr>
        <p:spPr>
          <a:xfrm rot="5400000" flipH="1" flipV="1">
            <a:off x="4000496" y="1285860"/>
            <a:ext cx="1857388" cy="15716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00496" y="2282603"/>
            <a:ext cx="2248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(</a:t>
            </a:r>
            <a:r>
              <a:rPr lang="en-US" altLang="ko-KR" sz="1200" dirty="0" err="1" smtClean="0"/>
              <a:t>sendRedirect</a:t>
            </a:r>
            <a:r>
              <a:rPr lang="ko-KR" altLang="en-US" sz="1200" dirty="0" err="1" smtClean="0"/>
              <a:t>설정된페이지로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err="1" smtClean="0"/>
              <a:t>자동재</a:t>
            </a:r>
            <a:r>
              <a:rPr lang="ko-KR" altLang="en-US" sz="1200" b="1" dirty="0" err="1" smtClean="0"/>
              <a:t>요청</a:t>
            </a:r>
            <a:endParaRPr lang="en-US" altLang="ko-KR" sz="1200" b="1" dirty="0" smtClean="0"/>
          </a:p>
          <a:p>
            <a:r>
              <a:rPr lang="en-US" altLang="ko-KR" sz="1200" b="1" dirty="0"/>
              <a:t> </a:t>
            </a:r>
            <a:r>
              <a:rPr lang="en-US" altLang="ko-KR" sz="1200" b="1" dirty="0" smtClean="0"/>
              <a:t>  URL</a:t>
            </a:r>
            <a:r>
              <a:rPr lang="ko-KR" altLang="en-US" sz="1200" b="1" dirty="0" smtClean="0"/>
              <a:t>이 변경된다</a:t>
            </a:r>
            <a:r>
              <a:rPr lang="en-US" altLang="ko-KR" sz="1200" b="1" dirty="0" smtClean="0"/>
              <a:t>.</a:t>
            </a:r>
            <a:endParaRPr lang="ko-KR" altLang="en-US" sz="1200" dirty="0"/>
          </a:p>
        </p:txBody>
      </p:sp>
      <p:cxnSp>
        <p:nvCxnSpPr>
          <p:cNvPr id="42" name="직선 화살표 연결선 41"/>
          <p:cNvCxnSpPr/>
          <p:nvPr/>
        </p:nvCxnSpPr>
        <p:spPr>
          <a:xfrm rot="16200000" flipH="1">
            <a:off x="4964909" y="2107397"/>
            <a:ext cx="2571768" cy="6429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00760" y="192880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5643570" y="3786190"/>
            <a:ext cx="2294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비정상적인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요청일때</a:t>
            </a:r>
            <a:r>
              <a:rPr lang="ko-KR" altLang="en-US" sz="1200" dirty="0" smtClean="0"/>
              <a:t> 응답화면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357158" y="5000636"/>
            <a:ext cx="812914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*&lt;meta&gt; </a:t>
            </a:r>
            <a:r>
              <a:rPr lang="ko-KR" altLang="en-US" b="1" dirty="0" smtClean="0"/>
              <a:t>태그로 지정한 시간에 페이지를 이동</a:t>
            </a:r>
            <a:endParaRPr lang="en-US" altLang="ko-KR" b="1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-</a:t>
            </a:r>
            <a:r>
              <a:rPr lang="ko-KR" altLang="en-US" dirty="0" smtClean="0"/>
              <a:t>최초접속페이지</a:t>
            </a:r>
            <a:r>
              <a:rPr lang="en-US" altLang="ko-KR" dirty="0" smtClean="0"/>
              <a:t>(index.html)</a:t>
            </a:r>
            <a:r>
              <a:rPr lang="ko-KR" altLang="en-US" dirty="0" smtClean="0"/>
              <a:t>에서 최초 서비스하는 페이지로 이동할 때사용</a:t>
            </a:r>
            <a:r>
              <a:rPr lang="en-US" altLang="ko-KR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&lt;meta http-equiv=“refresh” content=“</a:t>
            </a:r>
            <a:r>
              <a:rPr lang="ko-KR" altLang="en-US" sz="1600" dirty="0" smtClean="0"/>
              <a:t>초</a:t>
            </a:r>
            <a:r>
              <a:rPr lang="en-US" altLang="ko-KR" sz="1600" dirty="0" smtClean="0"/>
              <a:t>;URL”&gt; 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754320" cy="603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*out </a:t>
            </a:r>
            <a:r>
              <a:rPr lang="ko-KR" altLang="en-US" b="1" dirty="0" smtClean="0"/>
              <a:t>내장객체</a:t>
            </a:r>
            <a:endParaRPr lang="en-US" altLang="ko-KR" b="1" dirty="0" smtClean="0"/>
          </a:p>
          <a:p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scriptlet</a:t>
            </a:r>
            <a:r>
              <a:rPr lang="ko-KR" altLang="en-US" sz="1600" dirty="0" smtClean="0"/>
              <a:t>안에서 웹 브라우저로 출력할 때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JSPWriter</a:t>
            </a:r>
            <a:r>
              <a:rPr lang="ko-KR" altLang="en-US" sz="1600" dirty="0" smtClean="0"/>
              <a:t>가 원본객체</a:t>
            </a:r>
            <a:endParaRPr lang="en-US" altLang="ko-KR" sz="1600" dirty="0"/>
          </a:p>
          <a:p>
            <a:r>
              <a:rPr lang="en-US" altLang="ko-KR" sz="1600" dirty="0" smtClean="0"/>
              <a:t> 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&lt;%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out.print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값 </a:t>
            </a:r>
            <a:r>
              <a:rPr lang="en-US" altLang="ko-KR" sz="1600" dirty="0" smtClean="0"/>
              <a:t>); // </a:t>
            </a:r>
            <a:r>
              <a:rPr lang="ko-KR" altLang="en-US" sz="1600" dirty="0" smtClean="0"/>
              <a:t>소스보기 시에 줄 변경되지 않게 출력</a:t>
            </a:r>
            <a:endParaRPr lang="en-US" altLang="ko-KR" sz="1600" dirty="0" smtClean="0"/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out.print</a:t>
            </a:r>
            <a:r>
              <a:rPr lang="en-US" altLang="ko-KR" sz="1600" b="1" dirty="0" err="1" smtClean="0"/>
              <a:t>ln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값 </a:t>
            </a:r>
            <a:r>
              <a:rPr lang="en-US" altLang="ko-KR" sz="1600" dirty="0" smtClean="0"/>
              <a:t>); //</a:t>
            </a:r>
            <a:r>
              <a:rPr lang="ko-KR" altLang="en-US" sz="1600" dirty="0" smtClean="0"/>
              <a:t>소스보기 시에 줄 변경되어 출력</a:t>
            </a:r>
            <a:endParaRPr lang="en-US" altLang="ko-KR" sz="1600" dirty="0"/>
          </a:p>
          <a:p>
            <a:r>
              <a:rPr lang="en-US" altLang="ko-KR" sz="1600" dirty="0" smtClean="0"/>
              <a:t> %&gt;</a:t>
            </a:r>
            <a:endParaRPr lang="en-US" altLang="ko-KR" sz="1600" dirty="0"/>
          </a:p>
          <a:p>
            <a:r>
              <a:rPr lang="en-US" altLang="ko-KR" sz="1600" dirty="0" smtClean="0"/>
              <a:t> </a:t>
            </a:r>
          </a:p>
          <a:p>
            <a:r>
              <a:rPr lang="en-US" altLang="ko-KR" sz="1600" dirty="0"/>
              <a:t> </a:t>
            </a:r>
          </a:p>
          <a:p>
            <a:r>
              <a:rPr lang="en-US" altLang="ko-KR" sz="1600" b="1" dirty="0" smtClean="0"/>
              <a:t>*</a:t>
            </a:r>
            <a:r>
              <a:rPr lang="ko-KR" altLang="en-US" sz="1600" b="1" dirty="0" smtClean="0"/>
              <a:t>관계유지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웹은 비 연결성</a:t>
            </a:r>
            <a:r>
              <a:rPr lang="en-US" altLang="ko-KR" sz="1600" dirty="0" smtClean="0"/>
              <a:t>. ( </a:t>
            </a:r>
            <a:r>
              <a:rPr lang="ko-KR" altLang="en-US" sz="1600" dirty="0" smtClean="0"/>
              <a:t>요청이 발생하면 응답을 해주고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연결을 끊는다</a:t>
            </a:r>
            <a:r>
              <a:rPr lang="en-US" altLang="ko-KR" sz="1600" dirty="0" smtClean="0"/>
              <a:t>.)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장점 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접속자</a:t>
            </a:r>
            <a:r>
              <a:rPr lang="ko-KR" altLang="en-US" sz="1600" dirty="0" smtClean="0"/>
              <a:t> 수가 많아도 연결을 유지하지 않기 때문에</a:t>
            </a:r>
            <a:r>
              <a:rPr lang="en-US" altLang="ko-KR" sz="1600" dirty="0" smtClean="0"/>
              <a:t>,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저 사양의 컴퓨터로도 웹 서버를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</a:t>
            </a:r>
            <a:r>
              <a:rPr lang="ko-KR" altLang="en-US" sz="1600" dirty="0" smtClean="0"/>
              <a:t>구성할 수 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단점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서버는 접속자의 상태를 알 수 없다</a:t>
            </a:r>
            <a:r>
              <a:rPr lang="en-US" altLang="ko-KR" sz="1600" dirty="0" smtClean="0"/>
              <a:t>. ( server push</a:t>
            </a:r>
            <a:r>
              <a:rPr lang="ko-KR" altLang="en-US" sz="1600" dirty="0" smtClean="0"/>
              <a:t>가 될 수 없다</a:t>
            </a:r>
            <a:r>
              <a:rPr lang="en-US" altLang="ko-KR" sz="1600" dirty="0" smtClean="0"/>
              <a:t>.)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</a:t>
            </a:r>
            <a:r>
              <a:rPr lang="ko-KR" altLang="en-US" sz="1600" dirty="0" smtClean="0"/>
              <a:t>서버의 데이터를 클라이언트가 요청하여 받아오는 </a:t>
            </a:r>
            <a:r>
              <a:rPr lang="en-US" altLang="ko-KR" sz="1600" dirty="0" smtClean="0"/>
              <a:t>client pull</a:t>
            </a:r>
            <a:r>
              <a:rPr lang="ko-KR" altLang="en-US" sz="1600" dirty="0" smtClean="0"/>
              <a:t>로 해결할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</a:t>
            </a:r>
          </a:p>
          <a:p>
            <a:r>
              <a:rPr lang="ko-KR" altLang="en-US" sz="1600" dirty="0" smtClean="0"/>
              <a:t>  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접속자의 상태를 알 수 가 없다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- </a:t>
            </a:r>
            <a:r>
              <a:rPr lang="ko-KR" altLang="en-US" sz="1600" dirty="0" smtClean="0"/>
              <a:t>서버에서 접속자의 상태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알 수 있도록 저장하는 기술 지원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1928794" y="784206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 rot="10800000">
            <a:off x="2857488" y="785794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16" y="857232"/>
            <a:ext cx="13708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&lt;%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if(){</a:t>
            </a:r>
          </a:p>
          <a:p>
            <a:r>
              <a:rPr lang="en-US" altLang="ko-KR" sz="1200" dirty="0" smtClean="0"/>
              <a:t> </a:t>
            </a:r>
            <a:r>
              <a:rPr lang="ko-KR" altLang="en-US" sz="1200" dirty="0" smtClean="0"/>
              <a:t>브라우저로 출력</a:t>
            </a:r>
            <a:endParaRPr lang="en-US" altLang="ko-KR" sz="1200" dirty="0"/>
          </a:p>
          <a:p>
            <a:r>
              <a:rPr lang="en-US" altLang="ko-KR" sz="1200" dirty="0" smtClean="0"/>
              <a:t> }</a:t>
            </a:r>
          </a:p>
          <a:p>
            <a:r>
              <a:rPr lang="en-US" altLang="ko-KR" sz="1200" dirty="0" smtClean="0"/>
              <a:t>%&gt;</a:t>
            </a:r>
            <a:endParaRPr lang="ko-KR" altLang="en-US" sz="1200" dirty="0"/>
          </a:p>
        </p:txBody>
      </p:sp>
      <p:sp>
        <p:nvSpPr>
          <p:cNvPr id="9" name="오른쪽 화살표 8"/>
          <p:cNvSpPr/>
          <p:nvPr/>
        </p:nvSpPr>
        <p:spPr>
          <a:xfrm>
            <a:off x="4714876" y="1142984"/>
            <a:ext cx="21431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072066" y="785794"/>
            <a:ext cx="211307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&lt;%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if(){</a:t>
            </a:r>
          </a:p>
          <a:p>
            <a:r>
              <a:rPr lang="en-US" altLang="ko-KR" sz="1200" b="1" dirty="0"/>
              <a:t> </a:t>
            </a:r>
            <a:r>
              <a:rPr lang="en-US" altLang="ko-KR" sz="1200" b="1" dirty="0" smtClean="0"/>
              <a:t>%&gt;</a:t>
            </a:r>
          </a:p>
          <a:p>
            <a:r>
              <a:rPr lang="en-US" altLang="ko-KR" sz="1200" dirty="0" smtClean="0"/>
              <a:t>  &lt;%= </a:t>
            </a:r>
            <a:r>
              <a:rPr lang="ko-KR" altLang="en-US" sz="1200" dirty="0" smtClean="0"/>
              <a:t>브라우저로 출력 </a:t>
            </a:r>
            <a:r>
              <a:rPr lang="en-US" altLang="ko-KR" sz="1200" dirty="0" smtClean="0"/>
              <a:t>%&gt;</a:t>
            </a:r>
          </a:p>
          <a:p>
            <a:r>
              <a:rPr lang="en-US" altLang="ko-KR" sz="1200" b="1" dirty="0" smtClean="0"/>
              <a:t>&lt;%</a:t>
            </a:r>
            <a:endParaRPr lang="en-US" altLang="ko-KR" sz="1200" b="1" dirty="0"/>
          </a:p>
          <a:p>
            <a:r>
              <a:rPr lang="en-US" altLang="ko-KR" sz="1200" dirty="0" smtClean="0"/>
              <a:t> }</a:t>
            </a:r>
          </a:p>
          <a:p>
            <a:r>
              <a:rPr lang="en-US" altLang="ko-KR" sz="1200" dirty="0" smtClean="0"/>
              <a:t>%&gt;</a:t>
            </a:r>
            <a:endParaRPr lang="ko-KR" altLang="en-US" sz="1200" dirty="0"/>
          </a:p>
        </p:txBody>
      </p:sp>
      <p:cxnSp>
        <p:nvCxnSpPr>
          <p:cNvPr id="12" name="직선 화살표 연결선 11"/>
          <p:cNvCxnSpPr/>
          <p:nvPr/>
        </p:nvCxnSpPr>
        <p:spPr>
          <a:xfrm rot="10800000">
            <a:off x="1785918" y="2786058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00232" y="2786058"/>
            <a:ext cx="2349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Web browser </a:t>
            </a:r>
            <a:r>
              <a:rPr lang="ko-KR" altLang="en-US" sz="1400" dirty="0" smtClean="0"/>
              <a:t>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출력할 값</a:t>
            </a:r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3702" y="2857496"/>
            <a:ext cx="2047874" cy="102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직선 화살표 연결선 14"/>
          <p:cNvCxnSpPr/>
          <p:nvPr/>
        </p:nvCxnSpPr>
        <p:spPr>
          <a:xfrm rot="5400000">
            <a:off x="5786446" y="5715016"/>
            <a:ext cx="14287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9322" y="5500702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session, cookie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7923964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*session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접속자의 정보를 </a:t>
            </a:r>
            <a:r>
              <a:rPr lang="ko-KR" altLang="en-US" sz="1600" b="1" dirty="0" smtClean="0"/>
              <a:t>서버 측 메모리</a:t>
            </a:r>
            <a:r>
              <a:rPr lang="ko-KR" altLang="en-US" sz="1600" dirty="0" smtClean="0"/>
              <a:t>에 저장하는 기술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접속자가 어떤 웹 브라우저를 사용하더라도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접속자의 정보를 저장할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모든 값이 가능</a:t>
            </a:r>
            <a:r>
              <a:rPr lang="en-US" altLang="ko-KR" sz="1600" dirty="0" smtClean="0"/>
              <a:t>.( Object )</a:t>
            </a:r>
          </a:p>
          <a:p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Servlet</a:t>
            </a:r>
            <a:r>
              <a:rPr lang="en-US" altLang="ko-KR" sz="1600" dirty="0" smtClean="0"/>
              <a:t>/JSP</a:t>
            </a:r>
            <a:r>
              <a:rPr lang="ko-KR" altLang="en-US" sz="1600" dirty="0" smtClean="0"/>
              <a:t>에서는 </a:t>
            </a:r>
            <a:r>
              <a:rPr lang="en-US" altLang="ko-KR" sz="1600" dirty="0" smtClean="0"/>
              <a:t>session</a:t>
            </a:r>
            <a:r>
              <a:rPr lang="ko-KR" altLang="en-US" sz="1600" dirty="0" smtClean="0"/>
              <a:t>을 사용하기위해 </a:t>
            </a:r>
            <a:r>
              <a:rPr lang="en-US" altLang="ko-KR" sz="1600" dirty="0" err="1" smtClean="0"/>
              <a:t>HttpSession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인터페이스를 제공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*cookie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접속자의 정보를 접속자의 </a:t>
            </a:r>
            <a:r>
              <a:rPr lang="en-US" altLang="ko-KR" sz="1600" dirty="0" smtClean="0"/>
              <a:t>HDD</a:t>
            </a:r>
            <a:r>
              <a:rPr lang="ko-KR" altLang="en-US" sz="1600" dirty="0" smtClean="0"/>
              <a:t>에 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로 저장하는 기술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문자열만 저장가능</a:t>
            </a:r>
            <a:r>
              <a:rPr lang="en-US" altLang="ko-KR" sz="1600" dirty="0" smtClean="0"/>
              <a:t>. ( 1Mbyte</a:t>
            </a:r>
            <a:r>
              <a:rPr lang="ko-KR" altLang="en-US" sz="1600" dirty="0" smtClean="0"/>
              <a:t>까지만 저장 가능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접속자가 차단하거나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웹 브라우저에서 쿠키를 지원하지 않으면 사용할 수 없다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접속자가 쿠키를 확인하고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변조 할 수 있다</a:t>
            </a:r>
            <a:r>
              <a:rPr lang="en-US" altLang="ko-KR" sz="1600" dirty="0" smtClean="0"/>
              <a:t>. – </a:t>
            </a:r>
            <a:r>
              <a:rPr lang="ko-KR" altLang="en-US" sz="1600" dirty="0" smtClean="0"/>
              <a:t>중요한 정보를 저장하지 않는다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b="1" dirty="0" smtClean="0"/>
              <a:t>*session</a:t>
            </a:r>
            <a:endParaRPr lang="en-US" altLang="ko-KR" sz="1600" b="1" dirty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내장객체로 제공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페이지 </a:t>
            </a:r>
            <a:r>
              <a:rPr lang="ko-KR" altLang="en-US" sz="1600" dirty="0" err="1" smtClean="0"/>
              <a:t>지시자에서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session=“true” </a:t>
            </a:r>
            <a:r>
              <a:rPr lang="ko-KR" altLang="en-US" sz="1600" dirty="0" smtClean="0"/>
              <a:t>인 설정으로 사용할 수 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세션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컴퓨터끼리의 연결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이 필요한 이유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웹은 접속자가 요청하면 커넥션이 연결되고</a:t>
            </a:r>
            <a:r>
              <a:rPr lang="en-US" altLang="ko-KR" sz="1600" dirty="0" smtClean="0"/>
              <a:t>, HTML</a:t>
            </a:r>
            <a:r>
              <a:rPr lang="ko-KR" altLang="en-US" sz="1600" dirty="0" smtClean="0"/>
              <a:t>이 응답되면 연결이 끊어진다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=&gt; </a:t>
            </a:r>
            <a:r>
              <a:rPr lang="en-US" altLang="ko-KR" sz="1600" dirty="0" err="1" smtClean="0"/>
              <a:t>session,cookie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1071538" y="1643050"/>
            <a:ext cx="2428892" cy="1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V="1">
            <a:off x="1142976" y="2786058"/>
            <a:ext cx="2428892" cy="4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8628" y="152490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2648062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1751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868882" y="846139"/>
            <a:ext cx="4171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a.jsp</a:t>
            </a:r>
            <a:endParaRPr lang="ko-KR" altLang="en-US" sz="900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263938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1076" y="47243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431164" y="901059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b.jsp</a:t>
            </a:r>
            <a:endParaRPr lang="ko-KR" altLang="en-US" sz="900" dirty="0"/>
          </a:p>
        </p:txBody>
      </p:sp>
      <p:cxnSp>
        <p:nvCxnSpPr>
          <p:cNvPr id="13" name="직선 화살표 연결선 12"/>
          <p:cNvCxnSpPr>
            <a:endCxn id="9" idx="2"/>
          </p:cNvCxnSpPr>
          <p:nvPr/>
        </p:nvCxnSpPr>
        <p:spPr>
          <a:xfrm rot="5400000" flipH="1" flipV="1">
            <a:off x="941386" y="2186003"/>
            <a:ext cx="2298700" cy="2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3275031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1571604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785786" y="3286124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http://localhost/jsp_prj/day0501/a.jsp</a:t>
            </a:r>
            <a:endParaRPr lang="ko-KR" altLang="en-US" sz="12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16200000" flipH="1">
            <a:off x="1214414" y="2071678"/>
            <a:ext cx="221457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28728" y="3786190"/>
            <a:ext cx="2008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&lt;a </a:t>
            </a:r>
            <a:r>
              <a:rPr lang="en-US" altLang="ko-KR" sz="1200" dirty="0" err="1" smtClean="0"/>
              <a:t>href</a:t>
            </a:r>
            <a:r>
              <a:rPr lang="en-US" altLang="ko-KR" sz="1200" dirty="0" smtClean="0"/>
              <a:t>=“b.jsp”&gt;</a:t>
            </a:r>
            <a:r>
              <a:rPr lang="ko-KR" altLang="en-US" sz="1200" dirty="0" smtClean="0"/>
              <a:t>연결</a:t>
            </a:r>
            <a:r>
              <a:rPr lang="en-US" altLang="ko-KR" sz="1200" dirty="0" smtClean="0"/>
              <a:t>&lt;/a&gt;</a:t>
            </a:r>
            <a:endParaRPr lang="ko-KR" alt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2214546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5572132" y="221455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429256" y="3786190"/>
            <a:ext cx="1047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b.jsp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의 내용</a:t>
            </a:r>
            <a:endParaRPr lang="ko-KR" altLang="en-US" sz="1200" dirty="0"/>
          </a:p>
        </p:txBody>
      </p:sp>
      <p:cxnSp>
        <p:nvCxnSpPr>
          <p:cNvPr id="35" name="직선 화살표 연결선 34"/>
          <p:cNvCxnSpPr/>
          <p:nvPr/>
        </p:nvCxnSpPr>
        <p:spPr>
          <a:xfrm rot="5400000" flipH="1" flipV="1">
            <a:off x="1964513" y="2250273"/>
            <a:ext cx="1643074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폭발 2 37"/>
          <p:cNvSpPr/>
          <p:nvPr/>
        </p:nvSpPr>
        <p:spPr>
          <a:xfrm>
            <a:off x="2857488" y="3714752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/>
          <p:cNvCxnSpPr/>
          <p:nvPr/>
        </p:nvCxnSpPr>
        <p:spPr>
          <a:xfrm flipV="1">
            <a:off x="4929158" y="1618324"/>
            <a:ext cx="2428892" cy="1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5000596" y="2761332"/>
            <a:ext cx="2428892" cy="4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86248" y="1500174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4357654" y="2623336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cxnSp>
        <p:nvCxnSpPr>
          <p:cNvPr id="46" name="직선 화살표 연결선 45"/>
          <p:cNvCxnSpPr>
            <a:stCxn id="22" idx="0"/>
          </p:cNvCxnSpPr>
          <p:nvPr/>
        </p:nvCxnSpPr>
        <p:spPr>
          <a:xfrm rot="5400000" flipH="1" flipV="1">
            <a:off x="2680887" y="894946"/>
            <a:ext cx="2643206" cy="3139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29058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cxnSp>
        <p:nvCxnSpPr>
          <p:cNvPr id="49" name="직선 화살표 연결선 48"/>
          <p:cNvCxnSpPr/>
          <p:nvPr/>
        </p:nvCxnSpPr>
        <p:spPr>
          <a:xfrm rot="16200000" flipH="1">
            <a:off x="4500562" y="2357430"/>
            <a:ext cx="235745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rot="5400000" flipH="1" flipV="1">
            <a:off x="5322099" y="2321711"/>
            <a:ext cx="1643074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rot="16200000" flipH="1">
            <a:off x="3428992" y="1285860"/>
            <a:ext cx="64294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214678" y="642918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 후 연결이 끊어진다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56" name="직선 화살표 연결선 55"/>
          <p:cNvCxnSpPr/>
          <p:nvPr/>
        </p:nvCxnSpPr>
        <p:spPr>
          <a:xfrm rot="10800000">
            <a:off x="3071802" y="4357694"/>
            <a:ext cx="107157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V="1">
            <a:off x="4143372" y="4214818"/>
            <a:ext cx="1214446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428992" y="4857760"/>
            <a:ext cx="4775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클라이언트에는 브라우저가 계속 </a:t>
            </a:r>
            <a:r>
              <a:rPr lang="ko-KR" altLang="en-US" sz="1200" dirty="0" err="1" smtClean="0"/>
              <a:t>실행중이고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응답된 내용을 보이기 때문에  </a:t>
            </a:r>
            <a:r>
              <a:rPr lang="ko-KR" altLang="en-US" sz="1200" dirty="0" err="1" smtClean="0"/>
              <a:t>접속자는</a:t>
            </a:r>
            <a:r>
              <a:rPr lang="ko-KR" altLang="en-US" sz="1200" dirty="0" smtClean="0"/>
              <a:t> 서버와 계속 연결되어있는</a:t>
            </a:r>
            <a:endParaRPr lang="en-US" altLang="ko-KR" sz="1200" dirty="0" smtClean="0"/>
          </a:p>
          <a:p>
            <a:r>
              <a:rPr lang="ko-KR" altLang="en-US" sz="1200" dirty="0" smtClean="0"/>
              <a:t>느낌을 받는다</a:t>
            </a:r>
            <a:r>
              <a:rPr lang="en-US" altLang="ko-KR" sz="1200" dirty="0" smtClean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세션이 필요한 이유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714348" y="1643050"/>
            <a:ext cx="2428892" cy="1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V="1">
            <a:off x="785786" y="2786058"/>
            <a:ext cx="2428892" cy="4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438" y="152490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648062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1751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511692" y="846139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/>
              <a:t>a.jsp</a:t>
            </a:r>
            <a:endParaRPr lang="ko-KR" altLang="en-US" sz="900" b="1" dirty="0"/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263938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33886" y="472431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073974" y="901059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b.jsp</a:t>
            </a:r>
            <a:endParaRPr lang="ko-KR" altLang="en-US" sz="900" dirty="0"/>
          </a:p>
        </p:txBody>
      </p:sp>
      <p:cxnSp>
        <p:nvCxnSpPr>
          <p:cNvPr id="14" name="직선 화살표 연결선 13"/>
          <p:cNvCxnSpPr>
            <a:endCxn id="10" idx="2"/>
          </p:cNvCxnSpPr>
          <p:nvPr/>
        </p:nvCxnSpPr>
        <p:spPr>
          <a:xfrm rot="5400000" flipH="1" flipV="1">
            <a:off x="589411" y="2208406"/>
            <a:ext cx="2271082" cy="8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3275031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214414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428596" y="3286124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http://localhost/jsp_prj/day0501/a.jsp</a:t>
            </a:r>
            <a:endParaRPr lang="ko-KR" altLang="en-US" sz="1200" dirty="0"/>
          </a:p>
        </p:txBody>
      </p:sp>
      <p:cxnSp>
        <p:nvCxnSpPr>
          <p:cNvPr id="18" name="직선 화살표 연결선 17"/>
          <p:cNvCxnSpPr/>
          <p:nvPr/>
        </p:nvCxnSpPr>
        <p:spPr>
          <a:xfrm rot="16200000" flipH="1">
            <a:off x="857224" y="2071678"/>
            <a:ext cx="221457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57356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214942" y="221455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5072066" y="3786190"/>
            <a:ext cx="2076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이장훈님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어서오고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!</a:t>
            </a:r>
          </a:p>
          <a:p>
            <a:r>
              <a:rPr lang="en-US" altLang="ko-KR" sz="1200" b="1" dirty="0" smtClean="0"/>
              <a:t>&lt;a </a:t>
            </a:r>
            <a:r>
              <a:rPr lang="en-US" altLang="ko-KR" sz="1200" b="1" dirty="0" err="1" smtClean="0"/>
              <a:t>href</a:t>
            </a:r>
            <a:r>
              <a:rPr lang="en-US" altLang="ko-KR" sz="1200" b="1" dirty="0" smtClean="0"/>
              <a:t>=“c.jsp”&gt;</a:t>
            </a:r>
            <a:r>
              <a:rPr lang="ko-KR" altLang="en-US" sz="1200" b="1" dirty="0" smtClean="0"/>
              <a:t>작업</a:t>
            </a:r>
            <a:r>
              <a:rPr lang="en-US" altLang="ko-KR" sz="1200" b="1" dirty="0" smtClean="0"/>
              <a:t>&lt;/a&gt;</a:t>
            </a:r>
            <a:endParaRPr lang="ko-KR" altLang="en-US" sz="1200" dirty="0"/>
          </a:p>
        </p:txBody>
      </p:sp>
      <p:cxnSp>
        <p:nvCxnSpPr>
          <p:cNvPr id="23" name="직선 화살표 연결선 22"/>
          <p:cNvCxnSpPr/>
          <p:nvPr/>
        </p:nvCxnSpPr>
        <p:spPr>
          <a:xfrm rot="5400000" flipH="1" flipV="1">
            <a:off x="1607323" y="2250273"/>
            <a:ext cx="1643074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4571968" y="1618324"/>
            <a:ext cx="2428892" cy="1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643406" y="2761332"/>
            <a:ext cx="2428892" cy="4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29058" y="1500174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000464" y="2623336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cxnSp>
        <p:nvCxnSpPr>
          <p:cNvPr id="29" name="직선 화살표 연결선 28"/>
          <p:cNvCxnSpPr>
            <a:endCxn id="13" idx="1"/>
          </p:cNvCxnSpPr>
          <p:nvPr/>
        </p:nvCxnSpPr>
        <p:spPr>
          <a:xfrm rot="5400000" flipH="1" flipV="1">
            <a:off x="2545153" y="1400247"/>
            <a:ext cx="2912592" cy="2145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71868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cxnSp>
        <p:nvCxnSpPr>
          <p:cNvPr id="31" name="직선 화살표 연결선 30"/>
          <p:cNvCxnSpPr/>
          <p:nvPr/>
        </p:nvCxnSpPr>
        <p:spPr>
          <a:xfrm rot="16200000" flipH="1">
            <a:off x="4429124" y="2357430"/>
            <a:ext cx="235745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rot="5400000" flipH="1" flipV="1">
            <a:off x="4964909" y="2321711"/>
            <a:ext cx="1643074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rot="16200000" flipH="1">
            <a:off x="3071802" y="1285860"/>
            <a:ext cx="64294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57488" y="642918"/>
            <a:ext cx="1920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 후 연결이 끊어진다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785786" y="385762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1285852" y="3929066"/>
            <a:ext cx="928694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2285984" y="3929066"/>
            <a:ext cx="428628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입력</a:t>
            </a:r>
            <a:endParaRPr lang="ko-KR" altLang="en-US" sz="800" dirty="0"/>
          </a:p>
        </p:txBody>
      </p:sp>
      <p:sp>
        <p:nvSpPr>
          <p:cNvPr id="40" name="폭발 2 39"/>
          <p:cNvSpPr/>
          <p:nvPr/>
        </p:nvSpPr>
        <p:spPr>
          <a:xfrm>
            <a:off x="2643174" y="3857628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214414" y="389715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이장훈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714348" y="3643314"/>
            <a:ext cx="2436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&lt;form action=“b.jsp” method=“</a:t>
            </a:r>
            <a:r>
              <a:rPr lang="ko-KR" altLang="en-US" sz="1000" dirty="0" smtClean="0"/>
              <a:t>선택</a:t>
            </a:r>
            <a:r>
              <a:rPr lang="en-US" altLang="ko-KR" sz="1000" dirty="0" smtClean="0"/>
              <a:t>”&gt;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714348" y="4111473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&lt;/form&gt;</a:t>
            </a:r>
            <a:endParaRPr lang="ko-KR" alt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5359726" y="571480"/>
            <a:ext cx="250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&lt;%</a:t>
            </a:r>
          </a:p>
          <a:p>
            <a:r>
              <a:rPr lang="en-US" altLang="ko-KR" sz="900" dirty="0" smtClean="0"/>
              <a:t> String name=</a:t>
            </a:r>
            <a:r>
              <a:rPr lang="en-US" altLang="ko-KR" sz="900" dirty="0" err="1" smtClean="0"/>
              <a:t>request.getParameter</a:t>
            </a:r>
            <a:r>
              <a:rPr lang="en-US" altLang="ko-KR" sz="900" dirty="0" smtClean="0"/>
              <a:t>(“name”)</a:t>
            </a:r>
            <a:endParaRPr lang="en-US" altLang="ko-KR" sz="900" dirty="0"/>
          </a:p>
          <a:p>
            <a:r>
              <a:rPr lang="en-US" altLang="ko-KR" sz="900" dirty="0" smtClean="0"/>
              <a:t>%&gt;</a:t>
            </a:r>
          </a:p>
          <a:p>
            <a:r>
              <a:rPr lang="en-US" altLang="ko-KR" sz="900" dirty="0" smtClean="0"/>
              <a:t>&lt;%= name %&gt;</a:t>
            </a:r>
            <a:endParaRPr lang="ko-KR" altLang="en-US" sz="900" dirty="0"/>
          </a:p>
        </p:txBody>
      </p:sp>
      <p:sp>
        <p:nvSpPr>
          <p:cNvPr id="46" name="TextBox 45"/>
          <p:cNvSpPr txBox="1"/>
          <p:nvPr/>
        </p:nvSpPr>
        <p:spPr>
          <a:xfrm>
            <a:off x="8501122" y="217171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7858148" y="1575485"/>
            <a:ext cx="2428892" cy="1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7929586" y="2718493"/>
            <a:ext cx="2428892" cy="4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215238" y="1457335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7286644" y="258049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sp>
        <p:nvSpPr>
          <p:cNvPr id="51" name="폭발 2 50"/>
          <p:cNvSpPr/>
          <p:nvPr/>
        </p:nvSpPr>
        <p:spPr>
          <a:xfrm>
            <a:off x="6572264" y="3929066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5250" y="571480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extBox 52"/>
          <p:cNvSpPr txBox="1"/>
          <p:nvPr/>
        </p:nvSpPr>
        <p:spPr>
          <a:xfrm>
            <a:off x="8215338" y="1000108"/>
            <a:ext cx="412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c.jsp</a:t>
            </a:r>
            <a:endParaRPr lang="ko-KR" altLang="en-US" sz="900" dirty="0"/>
          </a:p>
        </p:txBody>
      </p:sp>
      <p:cxnSp>
        <p:nvCxnSpPr>
          <p:cNvPr id="55" name="직선 화살표 연결선 54"/>
          <p:cNvCxnSpPr>
            <a:stCxn id="51" idx="0"/>
          </p:cNvCxnSpPr>
          <p:nvPr/>
        </p:nvCxnSpPr>
        <p:spPr>
          <a:xfrm rot="5400000" flipH="1" flipV="1">
            <a:off x="6185625" y="1768960"/>
            <a:ext cx="2655688" cy="16894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72396" y="192880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8731708" y="642918"/>
            <a:ext cx="190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 smtClean="0"/>
              <a:t>b.Jsp</a:t>
            </a:r>
            <a:r>
              <a:rPr lang="ko-KR" altLang="en-US" sz="900" dirty="0" smtClean="0"/>
              <a:t>에서 발생한 값을 사용할 수 </a:t>
            </a:r>
            <a:endParaRPr lang="en-US" altLang="ko-KR" sz="900" dirty="0" smtClean="0"/>
          </a:p>
          <a:p>
            <a:r>
              <a:rPr lang="ko-KR" altLang="en-US" sz="900" dirty="0" smtClean="0"/>
              <a:t>있니</a:t>
            </a:r>
            <a:r>
              <a:rPr lang="en-US" altLang="ko-KR" sz="900" dirty="0" smtClean="0"/>
              <a:t>? </a:t>
            </a:r>
          </a:p>
          <a:p>
            <a:r>
              <a:rPr lang="ko-KR" altLang="en-US" sz="900" dirty="0" smtClean="0"/>
              <a:t>이전 페이지에서 발생한 값을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ko-KR" altLang="en-US" sz="900" dirty="0" smtClean="0"/>
              <a:t>사용할 수 없다</a:t>
            </a:r>
            <a:r>
              <a:rPr lang="en-US" altLang="ko-KR" sz="900" dirty="0" smtClean="0"/>
              <a:t>.</a:t>
            </a:r>
            <a:endParaRPr lang="ko-KR" altLang="en-US" sz="900" dirty="0"/>
          </a:p>
        </p:txBody>
      </p:sp>
      <p:cxnSp>
        <p:nvCxnSpPr>
          <p:cNvPr id="59" name="직선 화살표 연결선 58"/>
          <p:cNvCxnSpPr/>
          <p:nvPr/>
        </p:nvCxnSpPr>
        <p:spPr>
          <a:xfrm rot="16200000" flipH="1">
            <a:off x="7643834" y="2214554"/>
            <a:ext cx="192882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90989" y="3357562"/>
            <a:ext cx="2181737" cy="12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" name="TextBox 60"/>
          <p:cNvSpPr txBox="1"/>
          <p:nvPr/>
        </p:nvSpPr>
        <p:spPr>
          <a:xfrm>
            <a:off x="8001024" y="3857628"/>
            <a:ext cx="2031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이장훈 을 사용할 수 없다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62" name="직선 화살표 연결선 61"/>
          <p:cNvCxnSpPr/>
          <p:nvPr/>
        </p:nvCxnSpPr>
        <p:spPr>
          <a:xfrm rot="5400000" flipH="1" flipV="1">
            <a:off x="8322495" y="2107397"/>
            <a:ext cx="1643074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rot="16200000" flipV="1">
            <a:off x="1535885" y="4536289"/>
            <a:ext cx="57150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143108" y="4929198"/>
            <a:ext cx="57393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브라우저 </a:t>
            </a:r>
            <a:r>
              <a:rPr lang="ko-KR" altLang="en-US" sz="1200" dirty="0" err="1" smtClean="0"/>
              <a:t>주소창에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URL : </a:t>
            </a:r>
            <a:r>
              <a:rPr lang="en-US" altLang="ko-KR" sz="1200" dirty="0" smtClean="0">
                <a:hlinkClick r:id="rId4"/>
              </a:rPr>
              <a:t>http://localhost/jsp_prj/day0501/a.jsp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은 남아있고</a:t>
            </a:r>
            <a:endParaRPr lang="en-US" altLang="ko-KR" sz="1200" dirty="0" smtClean="0"/>
          </a:p>
          <a:p>
            <a:r>
              <a:rPr lang="en-US" altLang="ko-KR" sz="1200" dirty="0" smtClean="0"/>
              <a:t>&lt;form action=“b.jsp”, &lt;a </a:t>
            </a:r>
            <a:r>
              <a:rPr lang="en-US" altLang="ko-KR" sz="1200" dirty="0" err="1" smtClean="0"/>
              <a:t>href</a:t>
            </a:r>
            <a:r>
              <a:rPr lang="en-US" altLang="ko-KR" sz="1200" dirty="0" smtClean="0"/>
              <a:t>=“b.jsp” </a:t>
            </a:r>
            <a:r>
              <a:rPr lang="ko-KR" altLang="en-US" sz="1200" dirty="0" smtClean="0"/>
              <a:t>설정 된 값이 </a:t>
            </a:r>
            <a:r>
              <a:rPr lang="en-US" altLang="ko-KR" sz="1200" dirty="0" smtClean="0"/>
              <a:t>URL</a:t>
            </a:r>
            <a:r>
              <a:rPr lang="ko-KR" altLang="en-US" sz="1200" dirty="0" smtClean="0"/>
              <a:t>과 결합되어 어떤 서버로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요청을 보낼지 </a:t>
            </a:r>
            <a:r>
              <a:rPr lang="ko-KR" altLang="en-US" sz="1200" dirty="0" err="1" smtClean="0"/>
              <a:t>알게된다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>
                <a:hlinkClick r:id="rId4"/>
              </a:rPr>
              <a:t>http://localhost/jsp_prj/day0501/a.jsp</a:t>
            </a:r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b.jsp</a:t>
            </a:r>
          </a:p>
          <a:p>
            <a:endParaRPr lang="ko-KR" altLang="en-US" sz="1200" dirty="0" smtClean="0"/>
          </a:p>
          <a:p>
            <a:endParaRPr lang="ko-KR" altLang="en-US" sz="1200" dirty="0"/>
          </a:p>
        </p:txBody>
      </p:sp>
      <p:sp>
        <p:nvSpPr>
          <p:cNvPr id="66" name="자유형 65"/>
          <p:cNvSpPr/>
          <p:nvPr/>
        </p:nvSpPr>
        <p:spPr>
          <a:xfrm>
            <a:off x="2673350" y="5708650"/>
            <a:ext cx="1885950" cy="204007"/>
          </a:xfrm>
          <a:custGeom>
            <a:avLst/>
            <a:gdLst>
              <a:gd name="connsiteX0" fmla="*/ 0 w 1885950"/>
              <a:gd name="connsiteY0" fmla="*/ 158750 h 204007"/>
              <a:gd name="connsiteX1" fmla="*/ 19050 w 1885950"/>
              <a:gd name="connsiteY1" fmla="*/ 165100 h 204007"/>
              <a:gd name="connsiteX2" fmla="*/ 171450 w 1885950"/>
              <a:gd name="connsiteY2" fmla="*/ 177800 h 204007"/>
              <a:gd name="connsiteX3" fmla="*/ 419100 w 1885950"/>
              <a:gd name="connsiteY3" fmla="*/ 190500 h 204007"/>
              <a:gd name="connsiteX4" fmla="*/ 685800 w 1885950"/>
              <a:gd name="connsiteY4" fmla="*/ 203200 h 204007"/>
              <a:gd name="connsiteX5" fmla="*/ 1257300 w 1885950"/>
              <a:gd name="connsiteY5" fmla="*/ 196850 h 204007"/>
              <a:gd name="connsiteX6" fmla="*/ 1308100 w 1885950"/>
              <a:gd name="connsiteY6" fmla="*/ 184150 h 204007"/>
              <a:gd name="connsiteX7" fmla="*/ 1377950 w 1885950"/>
              <a:gd name="connsiteY7" fmla="*/ 171450 h 204007"/>
              <a:gd name="connsiteX8" fmla="*/ 1428750 w 1885950"/>
              <a:gd name="connsiteY8" fmla="*/ 158750 h 204007"/>
              <a:gd name="connsiteX9" fmla="*/ 1524000 w 1885950"/>
              <a:gd name="connsiteY9" fmla="*/ 133350 h 204007"/>
              <a:gd name="connsiteX10" fmla="*/ 1593850 w 1885950"/>
              <a:gd name="connsiteY10" fmla="*/ 107950 h 204007"/>
              <a:gd name="connsiteX11" fmla="*/ 1651000 w 1885950"/>
              <a:gd name="connsiteY11" fmla="*/ 101600 h 204007"/>
              <a:gd name="connsiteX12" fmla="*/ 1689100 w 1885950"/>
              <a:gd name="connsiteY12" fmla="*/ 88900 h 204007"/>
              <a:gd name="connsiteX13" fmla="*/ 1708150 w 1885950"/>
              <a:gd name="connsiteY13" fmla="*/ 82550 h 204007"/>
              <a:gd name="connsiteX14" fmla="*/ 1771650 w 1885950"/>
              <a:gd name="connsiteY14" fmla="*/ 57150 h 204007"/>
              <a:gd name="connsiteX15" fmla="*/ 1790700 w 1885950"/>
              <a:gd name="connsiteY15" fmla="*/ 44450 h 204007"/>
              <a:gd name="connsiteX16" fmla="*/ 1809750 w 1885950"/>
              <a:gd name="connsiteY16" fmla="*/ 38100 h 204007"/>
              <a:gd name="connsiteX17" fmla="*/ 1847850 w 1885950"/>
              <a:gd name="connsiteY17" fmla="*/ 12700 h 204007"/>
              <a:gd name="connsiteX18" fmla="*/ 1885950 w 1885950"/>
              <a:gd name="connsiteY18" fmla="*/ 0 h 204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85950" h="204007">
                <a:moveTo>
                  <a:pt x="0" y="158750"/>
                </a:moveTo>
                <a:cubicBezTo>
                  <a:pt x="6350" y="160867"/>
                  <a:pt x="12486" y="163787"/>
                  <a:pt x="19050" y="165100"/>
                </a:cubicBezTo>
                <a:cubicBezTo>
                  <a:pt x="66081" y="174506"/>
                  <a:pt x="128278" y="175487"/>
                  <a:pt x="171450" y="177800"/>
                </a:cubicBezTo>
                <a:lnTo>
                  <a:pt x="419100" y="190500"/>
                </a:lnTo>
                <a:cubicBezTo>
                  <a:pt x="711758" y="204007"/>
                  <a:pt x="471532" y="189808"/>
                  <a:pt x="685800" y="203200"/>
                </a:cubicBezTo>
                <a:lnTo>
                  <a:pt x="1257300" y="196850"/>
                </a:lnTo>
                <a:cubicBezTo>
                  <a:pt x="1287617" y="196212"/>
                  <a:pt x="1283770" y="189557"/>
                  <a:pt x="1308100" y="184150"/>
                </a:cubicBezTo>
                <a:cubicBezTo>
                  <a:pt x="1359053" y="172827"/>
                  <a:pt x="1331725" y="183006"/>
                  <a:pt x="1377950" y="171450"/>
                </a:cubicBezTo>
                <a:cubicBezTo>
                  <a:pt x="1456054" y="151924"/>
                  <a:pt x="1311724" y="182155"/>
                  <a:pt x="1428750" y="158750"/>
                </a:cubicBezTo>
                <a:cubicBezTo>
                  <a:pt x="1522624" y="118518"/>
                  <a:pt x="1421487" y="157007"/>
                  <a:pt x="1524000" y="133350"/>
                </a:cubicBezTo>
                <a:cubicBezTo>
                  <a:pt x="1630690" y="108729"/>
                  <a:pt x="1471522" y="132416"/>
                  <a:pt x="1593850" y="107950"/>
                </a:cubicBezTo>
                <a:cubicBezTo>
                  <a:pt x="1612645" y="104191"/>
                  <a:pt x="1631950" y="103717"/>
                  <a:pt x="1651000" y="101600"/>
                </a:cubicBezTo>
                <a:lnTo>
                  <a:pt x="1689100" y="88900"/>
                </a:lnTo>
                <a:lnTo>
                  <a:pt x="1708150" y="82550"/>
                </a:lnTo>
                <a:cubicBezTo>
                  <a:pt x="1744968" y="45732"/>
                  <a:pt x="1706336" y="76744"/>
                  <a:pt x="1771650" y="57150"/>
                </a:cubicBezTo>
                <a:cubicBezTo>
                  <a:pt x="1778960" y="54957"/>
                  <a:pt x="1783874" y="47863"/>
                  <a:pt x="1790700" y="44450"/>
                </a:cubicBezTo>
                <a:cubicBezTo>
                  <a:pt x="1796687" y="41457"/>
                  <a:pt x="1803899" y="41351"/>
                  <a:pt x="1809750" y="38100"/>
                </a:cubicBezTo>
                <a:cubicBezTo>
                  <a:pt x="1823093" y="30687"/>
                  <a:pt x="1833042" y="16402"/>
                  <a:pt x="1847850" y="12700"/>
                </a:cubicBezTo>
                <a:cubicBezTo>
                  <a:pt x="1877842" y="5202"/>
                  <a:pt x="1865444" y="10253"/>
                  <a:pt x="188595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화살표 66"/>
          <p:cNvSpPr/>
          <p:nvPr/>
        </p:nvSpPr>
        <p:spPr>
          <a:xfrm>
            <a:off x="4929190" y="5572140"/>
            <a:ext cx="214314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143504" y="5572140"/>
            <a:ext cx="4164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hlinkClick r:id="rId4"/>
              </a:rPr>
              <a:t>http://localhost/jsp_prj/day0501/</a:t>
            </a:r>
            <a:r>
              <a:rPr lang="en-US" altLang="ko-KR" dirty="0">
                <a:hlinkClick r:id="rId4"/>
              </a:rPr>
              <a:t>b</a:t>
            </a:r>
            <a:r>
              <a:rPr lang="en-US" altLang="ko-KR" dirty="0" smtClean="0">
                <a:hlinkClick r:id="rId4"/>
              </a:rPr>
              <a:t>.jsp</a:t>
            </a:r>
            <a:r>
              <a:rPr lang="en-US" altLang="ko-KR" dirty="0" smtClean="0"/>
              <a:t> 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642918"/>
            <a:ext cx="2834565" cy="1528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1928794" y="857232"/>
            <a:ext cx="2286016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14810" y="691202"/>
            <a:ext cx="453201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Web browser</a:t>
            </a:r>
            <a:r>
              <a:rPr lang="ko-KR" altLang="en-US" sz="1400" dirty="0" smtClean="0"/>
              <a:t>에 키 입력을 받을 수 있는</a:t>
            </a:r>
            <a:endParaRPr lang="en-US" altLang="ko-KR" sz="1400" dirty="0" smtClean="0"/>
          </a:p>
          <a:p>
            <a:r>
              <a:rPr lang="en-US" altLang="ko-KR" sz="1400" dirty="0" smtClean="0"/>
              <a:t>Form Control</a:t>
            </a:r>
            <a:r>
              <a:rPr lang="ko-KR" altLang="en-US" sz="1400" dirty="0" smtClean="0"/>
              <a:t>이 하나라면 키이벤트를 </a:t>
            </a:r>
            <a:endParaRPr lang="en-US" altLang="ko-KR" sz="1400" dirty="0" smtClean="0"/>
          </a:p>
          <a:p>
            <a:r>
              <a:rPr lang="ko-KR" altLang="en-US" sz="1400" dirty="0" smtClean="0"/>
              <a:t>구현하지 않아도</a:t>
            </a:r>
            <a:r>
              <a:rPr lang="en-US" altLang="ko-KR" sz="1400" dirty="0" smtClean="0"/>
              <a:t>, JS</a:t>
            </a:r>
            <a:r>
              <a:rPr lang="ko-KR" altLang="en-US" sz="1400" dirty="0" smtClean="0"/>
              <a:t>에서 유효성 검증을 실패 하더라도</a:t>
            </a:r>
            <a:endParaRPr lang="en-US" altLang="ko-KR" sz="1400" dirty="0" smtClean="0"/>
          </a:p>
          <a:p>
            <a:r>
              <a:rPr lang="ko-KR" altLang="en-US" sz="1400" dirty="0" smtClean="0"/>
              <a:t> </a:t>
            </a:r>
            <a:r>
              <a:rPr lang="en-US" altLang="ko-KR" sz="1400" dirty="0" smtClean="0"/>
              <a:t>back-end</a:t>
            </a:r>
            <a:r>
              <a:rPr lang="ko-KR" altLang="en-US" sz="1400" dirty="0" smtClean="0"/>
              <a:t>로 전송이 된다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=&gt;</a:t>
            </a:r>
            <a:r>
              <a:rPr lang="ko-KR" altLang="en-US" sz="1400" dirty="0" smtClean="0"/>
              <a:t>해결</a:t>
            </a:r>
            <a:endParaRPr lang="en-US" altLang="ko-KR" sz="1400" dirty="0" smtClean="0"/>
          </a:p>
          <a:p>
            <a:r>
              <a:rPr lang="ko-KR" altLang="en-US" sz="1400" dirty="0" smtClean="0"/>
              <a:t>사용자의 화면에 보이지 않도록 </a:t>
            </a:r>
            <a:endParaRPr lang="en-US" altLang="ko-KR" sz="1400" dirty="0" smtClean="0"/>
          </a:p>
          <a:p>
            <a:r>
              <a:rPr lang="en-US" altLang="ko-KR" sz="1400" dirty="0" smtClean="0"/>
              <a:t>&lt;input type=“text”&gt;</a:t>
            </a:r>
            <a:r>
              <a:rPr lang="ko-KR" altLang="en-US" sz="1400" dirty="0" smtClean="0"/>
              <a:t>를 하나 더 만들면 된다</a:t>
            </a:r>
            <a:r>
              <a:rPr lang="en-US" altLang="ko-KR" sz="1400" dirty="0" smtClean="0"/>
              <a:t>.</a:t>
            </a:r>
          </a:p>
          <a:p>
            <a:endParaRPr lang="ko-KR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90" y="5214950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4000504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50" y="4000504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57222" y="4978450"/>
            <a:ext cx="1000132" cy="872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-71470" y="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세션사용</a:t>
            </a:r>
            <a:endParaRPr lang="ko-KR" altLang="en-US" dirty="0"/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928662" y="2407920"/>
            <a:ext cx="2568918" cy="14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V="1">
            <a:off x="1000100" y="3543300"/>
            <a:ext cx="2604160" cy="11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52" y="2288532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357158" y="3411694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6520" y="1390032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656608" y="1818660"/>
            <a:ext cx="4171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a.jsp</a:t>
            </a:r>
            <a:endParaRPr lang="ko-KR" altLang="en-US" sz="900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4049756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6696" y="1390032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716784" y="1818660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b.jsp</a:t>
            </a:r>
            <a:endParaRPr lang="ko-KR" alt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1428728" y="28353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642910" y="4049756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     a.jsp</a:t>
            </a:r>
            <a:endParaRPr lang="ko-KR" alt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4712968" y="269243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5335640"/>
            <a:ext cx="623159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214346" y="3906880"/>
            <a:ext cx="930895" cy="585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20" y="4214818"/>
            <a:ext cx="516352" cy="47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7224" y="5264202"/>
            <a:ext cx="1239030" cy="73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-142908" y="3692566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Com A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34533" y="4915765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Com B</a:t>
            </a:r>
            <a:endParaRPr lang="ko-KR" altLang="en-US" sz="1200" dirty="0"/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2643174" y="357166"/>
          <a:ext cx="307183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/>
                <a:gridCol w="1928826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키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브라우저</a:t>
                      </a:r>
                      <a:r>
                        <a:rPr lang="en-US" altLang="ko-KR" sz="1000" dirty="0" smtClean="0"/>
                        <a:t>id)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값</a:t>
                      </a:r>
                      <a:r>
                        <a:rPr lang="en-US" altLang="ko-KR" sz="1000" dirty="0" smtClean="0"/>
                        <a:t>( </a:t>
                      </a:r>
                      <a:r>
                        <a:rPr lang="ko-KR" altLang="en-US" sz="1000" dirty="0" smtClean="0"/>
                        <a:t>브라우저에서 저장한 값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A0101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{name,”</a:t>
                      </a:r>
                      <a:r>
                        <a:rPr lang="ko-KR" altLang="en-US" sz="1000" dirty="0" err="1" smtClean="0"/>
                        <a:t>장준녕</a:t>
                      </a:r>
                      <a:r>
                        <a:rPr lang="en-US" altLang="ko-KR" sz="1000" dirty="0" smtClean="0"/>
                        <a:t>”}</a:t>
                      </a:r>
                      <a:endParaRPr lang="ko-KR" altLang="en-US" sz="10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A0201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{name:”</a:t>
                      </a:r>
                      <a:r>
                        <a:rPr lang="ko-KR" altLang="en-US" sz="1000" dirty="0" smtClean="0"/>
                        <a:t>주현석</a:t>
                      </a:r>
                      <a:r>
                        <a:rPr lang="en-US" altLang="ko-KR" sz="1000" dirty="0" smtClean="0"/>
                        <a:t>”}</a:t>
                      </a:r>
                      <a:endParaRPr lang="ko-KR" alt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357422" y="71414"/>
            <a:ext cx="7174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Session : WAS</a:t>
            </a:r>
            <a:r>
              <a:rPr lang="ko-KR" altLang="en-US" sz="1200" dirty="0" smtClean="0"/>
              <a:t>가 실행되면 딱 하나의 </a:t>
            </a:r>
            <a:r>
              <a:rPr lang="en-US" altLang="ko-KR" sz="1200" dirty="0" smtClean="0"/>
              <a:t>session</a:t>
            </a:r>
            <a:r>
              <a:rPr lang="ko-KR" altLang="en-US" sz="1200" dirty="0" smtClean="0"/>
              <a:t>객체가 생성된다</a:t>
            </a:r>
            <a:r>
              <a:rPr lang="en-US" altLang="ko-KR" sz="1200" dirty="0" smtClean="0"/>
              <a:t>.(</a:t>
            </a:r>
            <a:r>
              <a:rPr lang="ko-KR" altLang="en-US" sz="1200" dirty="0" err="1" smtClean="0"/>
              <a:t>접속자를</a:t>
            </a:r>
            <a:r>
              <a:rPr lang="ko-KR" altLang="en-US" sz="1200" dirty="0" smtClean="0"/>
              <a:t> 식별하여 접속자의 값을 저장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795310" y="5223703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     a.jsp</a:t>
            </a:r>
            <a:endParaRPr lang="ko-KR" altLang="en-US" sz="1200" dirty="0"/>
          </a:p>
        </p:txBody>
      </p:sp>
      <p:cxnSp>
        <p:nvCxnSpPr>
          <p:cNvPr id="33" name="직선 화살표 연결선 32"/>
          <p:cNvCxnSpPr>
            <a:stCxn id="16" idx="0"/>
          </p:cNvCxnSpPr>
          <p:nvPr/>
        </p:nvCxnSpPr>
        <p:spPr>
          <a:xfrm rot="5400000" flipH="1" flipV="1">
            <a:off x="167783" y="3003125"/>
            <a:ext cx="1906640" cy="1866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5710" y="1643050"/>
            <a:ext cx="150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접속한 클라이언트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N : </a:t>
            </a:r>
            <a:r>
              <a:rPr lang="ko-KR" altLang="en-US" sz="1200" dirty="0" err="1" smtClean="0"/>
              <a:t>키생성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</a:t>
            </a:r>
            <a:r>
              <a:rPr lang="ko-KR" altLang="en-US" sz="1200" dirty="0" smtClean="0"/>
              <a:t>키를 받아</a:t>
            </a:r>
            <a:endParaRPr lang="ko-KR" altLang="en-US" sz="1200" dirty="0"/>
          </a:p>
        </p:txBody>
      </p:sp>
      <p:sp>
        <p:nvSpPr>
          <p:cNvPr id="36" name="자유형 35"/>
          <p:cNvSpPr/>
          <p:nvPr/>
        </p:nvSpPr>
        <p:spPr>
          <a:xfrm>
            <a:off x="1323387" y="2164080"/>
            <a:ext cx="55833" cy="2148840"/>
          </a:xfrm>
          <a:custGeom>
            <a:avLst/>
            <a:gdLst>
              <a:gd name="connsiteX0" fmla="*/ 55833 w 55833"/>
              <a:gd name="connsiteY0" fmla="*/ 0 h 2148840"/>
              <a:gd name="connsiteX1" fmla="*/ 17733 w 55833"/>
              <a:gd name="connsiteY1" fmla="*/ 68580 h 2148840"/>
              <a:gd name="connsiteX2" fmla="*/ 10113 w 55833"/>
              <a:gd name="connsiteY2" fmla="*/ 99060 h 2148840"/>
              <a:gd name="connsiteX3" fmla="*/ 2493 w 55833"/>
              <a:gd name="connsiteY3" fmla="*/ 137160 h 2148840"/>
              <a:gd name="connsiteX4" fmla="*/ 2493 w 55833"/>
              <a:gd name="connsiteY4" fmla="*/ 2148840 h 214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33" h="2148840">
                <a:moveTo>
                  <a:pt x="55833" y="0"/>
                </a:moveTo>
                <a:cubicBezTo>
                  <a:pt x="28544" y="40934"/>
                  <a:pt x="27792" y="33373"/>
                  <a:pt x="17733" y="68580"/>
                </a:cubicBezTo>
                <a:cubicBezTo>
                  <a:pt x="14856" y="78650"/>
                  <a:pt x="12385" y="88837"/>
                  <a:pt x="10113" y="99060"/>
                </a:cubicBezTo>
                <a:cubicBezTo>
                  <a:pt x="7303" y="111703"/>
                  <a:pt x="2541" y="124209"/>
                  <a:pt x="2493" y="137160"/>
                </a:cubicBezTo>
                <a:cubicBezTo>
                  <a:pt x="0" y="807715"/>
                  <a:pt x="2493" y="1478280"/>
                  <a:pt x="2493" y="214884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214414" y="4286256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키를 받아서 </a:t>
            </a:r>
            <a:r>
              <a:rPr lang="en-US" altLang="ko-KR" sz="1200" dirty="0" smtClean="0"/>
              <a:t>A01</a:t>
            </a:r>
          </a:p>
          <a:p>
            <a:r>
              <a:rPr lang="en-US" altLang="ko-KR" sz="1200" dirty="0" smtClean="0"/>
              <a:t>+ </a:t>
            </a:r>
            <a:r>
              <a:rPr lang="ko-KR" altLang="en-US" sz="1200" dirty="0" err="1" smtClean="0"/>
              <a:t>키를생성</a:t>
            </a:r>
            <a:r>
              <a:rPr lang="ko-KR" altLang="en-US" sz="1200" dirty="0" smtClean="0"/>
              <a:t> 조합 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en-US" altLang="ko-KR" sz="1200" b="1" dirty="0" smtClean="0"/>
              <a:t>A01</a:t>
            </a:r>
            <a:r>
              <a:rPr lang="en-US" altLang="ko-KR" sz="1200" dirty="0" smtClean="0"/>
              <a:t>01</a:t>
            </a:r>
            <a:endParaRPr lang="ko-KR" altLang="en-US" sz="1200" dirty="0"/>
          </a:p>
        </p:txBody>
      </p:sp>
      <p:sp>
        <p:nvSpPr>
          <p:cNvPr id="39" name="자유형 38"/>
          <p:cNvSpPr/>
          <p:nvPr/>
        </p:nvSpPr>
        <p:spPr>
          <a:xfrm>
            <a:off x="1435392" y="2209800"/>
            <a:ext cx="288411" cy="2560320"/>
          </a:xfrm>
          <a:custGeom>
            <a:avLst/>
            <a:gdLst>
              <a:gd name="connsiteX0" fmla="*/ 119088 w 288411"/>
              <a:gd name="connsiteY0" fmla="*/ 2560320 h 2560320"/>
              <a:gd name="connsiteX1" fmla="*/ 96228 w 288411"/>
              <a:gd name="connsiteY1" fmla="*/ 2446020 h 2560320"/>
              <a:gd name="connsiteX2" fmla="*/ 73368 w 288411"/>
              <a:gd name="connsiteY2" fmla="*/ 2392680 h 2560320"/>
              <a:gd name="connsiteX3" fmla="*/ 65748 w 288411"/>
              <a:gd name="connsiteY3" fmla="*/ 2270760 h 2560320"/>
              <a:gd name="connsiteX4" fmla="*/ 42888 w 288411"/>
              <a:gd name="connsiteY4" fmla="*/ 2156460 h 2560320"/>
              <a:gd name="connsiteX5" fmla="*/ 42888 w 288411"/>
              <a:gd name="connsiteY5" fmla="*/ 1097280 h 2560320"/>
              <a:gd name="connsiteX6" fmla="*/ 50508 w 288411"/>
              <a:gd name="connsiteY6" fmla="*/ 982980 h 2560320"/>
              <a:gd name="connsiteX7" fmla="*/ 73368 w 288411"/>
              <a:gd name="connsiteY7" fmla="*/ 906780 h 2560320"/>
              <a:gd name="connsiteX8" fmla="*/ 88608 w 288411"/>
              <a:gd name="connsiteY8" fmla="*/ 777240 h 2560320"/>
              <a:gd name="connsiteX9" fmla="*/ 96228 w 288411"/>
              <a:gd name="connsiteY9" fmla="*/ 739140 h 2560320"/>
              <a:gd name="connsiteX10" fmla="*/ 103848 w 288411"/>
              <a:gd name="connsiteY10" fmla="*/ 685800 h 2560320"/>
              <a:gd name="connsiteX11" fmla="*/ 126708 w 288411"/>
              <a:gd name="connsiteY11" fmla="*/ 617220 h 2560320"/>
              <a:gd name="connsiteX12" fmla="*/ 134328 w 288411"/>
              <a:gd name="connsiteY12" fmla="*/ 586740 h 2560320"/>
              <a:gd name="connsiteX13" fmla="*/ 141948 w 288411"/>
              <a:gd name="connsiteY13" fmla="*/ 548640 h 2560320"/>
              <a:gd name="connsiteX14" fmla="*/ 157188 w 288411"/>
              <a:gd name="connsiteY14" fmla="*/ 518160 h 2560320"/>
              <a:gd name="connsiteX15" fmla="*/ 172428 w 288411"/>
              <a:gd name="connsiteY15" fmla="*/ 449580 h 2560320"/>
              <a:gd name="connsiteX16" fmla="*/ 187668 w 288411"/>
              <a:gd name="connsiteY16" fmla="*/ 419100 h 2560320"/>
              <a:gd name="connsiteX17" fmla="*/ 195288 w 288411"/>
              <a:gd name="connsiteY17" fmla="*/ 365760 h 2560320"/>
              <a:gd name="connsiteX18" fmla="*/ 210528 w 288411"/>
              <a:gd name="connsiteY18" fmla="*/ 320040 h 2560320"/>
              <a:gd name="connsiteX19" fmla="*/ 218148 w 288411"/>
              <a:gd name="connsiteY19" fmla="*/ 297180 h 2560320"/>
              <a:gd name="connsiteX20" fmla="*/ 241008 w 288411"/>
              <a:gd name="connsiteY20" fmla="*/ 236220 h 2560320"/>
              <a:gd name="connsiteX21" fmla="*/ 248628 w 288411"/>
              <a:gd name="connsiteY21" fmla="*/ 213360 h 2560320"/>
              <a:gd name="connsiteX22" fmla="*/ 263868 w 288411"/>
              <a:gd name="connsiteY22" fmla="*/ 129540 h 2560320"/>
              <a:gd name="connsiteX23" fmla="*/ 279108 w 288411"/>
              <a:gd name="connsiteY23" fmla="*/ 68580 h 2560320"/>
              <a:gd name="connsiteX24" fmla="*/ 286728 w 288411"/>
              <a:gd name="connsiteY24" fmla="*/ 45720 h 2560320"/>
              <a:gd name="connsiteX25" fmla="*/ 286728 w 288411"/>
              <a:gd name="connsiteY25" fmla="*/ 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88411" h="2560320">
                <a:moveTo>
                  <a:pt x="119088" y="2560320"/>
                </a:moveTo>
                <a:cubicBezTo>
                  <a:pt x="85000" y="2509188"/>
                  <a:pt x="110894" y="2556015"/>
                  <a:pt x="96228" y="2446020"/>
                </a:cubicBezTo>
                <a:cubicBezTo>
                  <a:pt x="94189" y="2430731"/>
                  <a:pt x="79227" y="2404398"/>
                  <a:pt x="73368" y="2392680"/>
                </a:cubicBezTo>
                <a:cubicBezTo>
                  <a:pt x="70828" y="2352040"/>
                  <a:pt x="70245" y="2311230"/>
                  <a:pt x="65748" y="2270760"/>
                </a:cubicBezTo>
                <a:cubicBezTo>
                  <a:pt x="60614" y="2224554"/>
                  <a:pt x="52978" y="2196819"/>
                  <a:pt x="42888" y="2156460"/>
                </a:cubicBezTo>
                <a:cubicBezTo>
                  <a:pt x="0" y="1706134"/>
                  <a:pt x="22421" y="2004662"/>
                  <a:pt x="42888" y="1097280"/>
                </a:cubicBezTo>
                <a:cubicBezTo>
                  <a:pt x="43749" y="1059105"/>
                  <a:pt x="46511" y="1020955"/>
                  <a:pt x="50508" y="982980"/>
                </a:cubicBezTo>
                <a:cubicBezTo>
                  <a:pt x="52280" y="966149"/>
                  <a:pt x="69764" y="917593"/>
                  <a:pt x="73368" y="906780"/>
                </a:cubicBezTo>
                <a:cubicBezTo>
                  <a:pt x="76192" y="881367"/>
                  <a:pt x="84419" y="804469"/>
                  <a:pt x="88608" y="777240"/>
                </a:cubicBezTo>
                <a:cubicBezTo>
                  <a:pt x="90577" y="764439"/>
                  <a:pt x="94099" y="751915"/>
                  <a:pt x="96228" y="739140"/>
                </a:cubicBezTo>
                <a:cubicBezTo>
                  <a:pt x="99181" y="721424"/>
                  <a:pt x="99809" y="703301"/>
                  <a:pt x="103848" y="685800"/>
                </a:cubicBezTo>
                <a:cubicBezTo>
                  <a:pt x="126708" y="586740"/>
                  <a:pt x="111468" y="678180"/>
                  <a:pt x="126708" y="617220"/>
                </a:cubicBezTo>
                <a:cubicBezTo>
                  <a:pt x="129248" y="607060"/>
                  <a:pt x="132056" y="596963"/>
                  <a:pt x="134328" y="586740"/>
                </a:cubicBezTo>
                <a:cubicBezTo>
                  <a:pt x="137138" y="574097"/>
                  <a:pt x="137852" y="560927"/>
                  <a:pt x="141948" y="548640"/>
                </a:cubicBezTo>
                <a:cubicBezTo>
                  <a:pt x="145540" y="537864"/>
                  <a:pt x="152108" y="528320"/>
                  <a:pt x="157188" y="518160"/>
                </a:cubicBezTo>
                <a:cubicBezTo>
                  <a:pt x="159257" y="507814"/>
                  <a:pt x="167816" y="461879"/>
                  <a:pt x="172428" y="449580"/>
                </a:cubicBezTo>
                <a:cubicBezTo>
                  <a:pt x="176416" y="438944"/>
                  <a:pt x="182588" y="429260"/>
                  <a:pt x="187668" y="419100"/>
                </a:cubicBezTo>
                <a:cubicBezTo>
                  <a:pt x="190208" y="401320"/>
                  <a:pt x="191249" y="383261"/>
                  <a:pt x="195288" y="365760"/>
                </a:cubicBezTo>
                <a:cubicBezTo>
                  <a:pt x="198900" y="350107"/>
                  <a:pt x="205448" y="335280"/>
                  <a:pt x="210528" y="320040"/>
                </a:cubicBezTo>
                <a:cubicBezTo>
                  <a:pt x="213068" y="312420"/>
                  <a:pt x="215328" y="304701"/>
                  <a:pt x="218148" y="297180"/>
                </a:cubicBezTo>
                <a:cubicBezTo>
                  <a:pt x="225768" y="276860"/>
                  <a:pt x="233592" y="256615"/>
                  <a:pt x="241008" y="236220"/>
                </a:cubicBezTo>
                <a:cubicBezTo>
                  <a:pt x="243753" y="228671"/>
                  <a:pt x="246945" y="221214"/>
                  <a:pt x="248628" y="213360"/>
                </a:cubicBezTo>
                <a:cubicBezTo>
                  <a:pt x="254578" y="185592"/>
                  <a:pt x="258018" y="157329"/>
                  <a:pt x="263868" y="129540"/>
                </a:cubicBezTo>
                <a:cubicBezTo>
                  <a:pt x="268183" y="109044"/>
                  <a:pt x="272484" y="88451"/>
                  <a:pt x="279108" y="68580"/>
                </a:cubicBezTo>
                <a:cubicBezTo>
                  <a:pt x="281648" y="60960"/>
                  <a:pt x="285841" y="53703"/>
                  <a:pt x="286728" y="45720"/>
                </a:cubicBezTo>
                <a:cubicBezTo>
                  <a:pt x="288411" y="30573"/>
                  <a:pt x="286728" y="15240"/>
                  <a:pt x="286728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/>
          <p:cNvCxnSpPr/>
          <p:nvPr/>
        </p:nvCxnSpPr>
        <p:spPr>
          <a:xfrm rot="5400000" flipH="1" flipV="1">
            <a:off x="1643042" y="1000108"/>
            <a:ext cx="1357322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785918" y="1126466"/>
            <a:ext cx="18309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세션에 넣고 요청페이지로 이동</a:t>
            </a:r>
            <a:r>
              <a:rPr lang="en-US" altLang="ko-KR" sz="900" dirty="0" smtClean="0"/>
              <a:t>.</a:t>
            </a:r>
            <a:endParaRPr lang="ko-KR" altLang="en-US" sz="900" dirty="0"/>
          </a:p>
        </p:txBody>
      </p:sp>
      <p:sp>
        <p:nvSpPr>
          <p:cNvPr id="43" name="자유형 42"/>
          <p:cNvSpPr/>
          <p:nvPr/>
        </p:nvSpPr>
        <p:spPr>
          <a:xfrm>
            <a:off x="1463040" y="2095500"/>
            <a:ext cx="655320" cy="3307080"/>
          </a:xfrm>
          <a:custGeom>
            <a:avLst/>
            <a:gdLst>
              <a:gd name="connsiteX0" fmla="*/ 38100 w 655320"/>
              <a:gd name="connsiteY0" fmla="*/ 3307080 h 3307080"/>
              <a:gd name="connsiteX1" fmla="*/ 137160 w 655320"/>
              <a:gd name="connsiteY1" fmla="*/ 3291840 h 3307080"/>
              <a:gd name="connsiteX2" fmla="*/ 190500 w 655320"/>
              <a:gd name="connsiteY2" fmla="*/ 3261360 h 3307080"/>
              <a:gd name="connsiteX3" fmla="*/ 220980 w 655320"/>
              <a:gd name="connsiteY3" fmla="*/ 3238500 h 3307080"/>
              <a:gd name="connsiteX4" fmla="*/ 289560 w 655320"/>
              <a:gd name="connsiteY4" fmla="*/ 3192780 h 3307080"/>
              <a:gd name="connsiteX5" fmla="*/ 312420 w 655320"/>
              <a:gd name="connsiteY5" fmla="*/ 3169920 h 3307080"/>
              <a:gd name="connsiteX6" fmla="*/ 342900 w 655320"/>
              <a:gd name="connsiteY6" fmla="*/ 3154680 h 3307080"/>
              <a:gd name="connsiteX7" fmla="*/ 388620 w 655320"/>
              <a:gd name="connsiteY7" fmla="*/ 3108960 h 3307080"/>
              <a:gd name="connsiteX8" fmla="*/ 411480 w 655320"/>
              <a:gd name="connsiteY8" fmla="*/ 3086100 h 3307080"/>
              <a:gd name="connsiteX9" fmla="*/ 449580 w 655320"/>
              <a:gd name="connsiteY9" fmla="*/ 3040380 h 3307080"/>
              <a:gd name="connsiteX10" fmla="*/ 480060 w 655320"/>
              <a:gd name="connsiteY10" fmla="*/ 2994660 h 3307080"/>
              <a:gd name="connsiteX11" fmla="*/ 510540 w 655320"/>
              <a:gd name="connsiteY11" fmla="*/ 2941320 h 3307080"/>
              <a:gd name="connsiteX12" fmla="*/ 541020 w 655320"/>
              <a:gd name="connsiteY12" fmla="*/ 2887980 h 3307080"/>
              <a:gd name="connsiteX13" fmla="*/ 556260 w 655320"/>
              <a:gd name="connsiteY13" fmla="*/ 2842260 h 3307080"/>
              <a:gd name="connsiteX14" fmla="*/ 571500 w 655320"/>
              <a:gd name="connsiteY14" fmla="*/ 2811780 h 3307080"/>
              <a:gd name="connsiteX15" fmla="*/ 586740 w 655320"/>
              <a:gd name="connsiteY15" fmla="*/ 2788920 h 3307080"/>
              <a:gd name="connsiteX16" fmla="*/ 609600 w 655320"/>
              <a:gd name="connsiteY16" fmla="*/ 2720340 h 3307080"/>
              <a:gd name="connsiteX17" fmla="*/ 617220 w 655320"/>
              <a:gd name="connsiteY17" fmla="*/ 2697480 h 3307080"/>
              <a:gd name="connsiteX18" fmla="*/ 640080 w 655320"/>
              <a:gd name="connsiteY18" fmla="*/ 2644140 h 3307080"/>
              <a:gd name="connsiteX19" fmla="*/ 647700 w 655320"/>
              <a:gd name="connsiteY19" fmla="*/ 2590800 h 3307080"/>
              <a:gd name="connsiteX20" fmla="*/ 655320 w 655320"/>
              <a:gd name="connsiteY20" fmla="*/ 2552700 h 3307080"/>
              <a:gd name="connsiteX21" fmla="*/ 647700 w 655320"/>
              <a:gd name="connsiteY21" fmla="*/ 2125980 h 3307080"/>
              <a:gd name="connsiteX22" fmla="*/ 640080 w 655320"/>
              <a:gd name="connsiteY22" fmla="*/ 2080260 h 3307080"/>
              <a:gd name="connsiteX23" fmla="*/ 624840 w 655320"/>
              <a:gd name="connsiteY23" fmla="*/ 2042160 h 3307080"/>
              <a:gd name="connsiteX24" fmla="*/ 609600 w 655320"/>
              <a:gd name="connsiteY24" fmla="*/ 1996440 h 3307080"/>
              <a:gd name="connsiteX25" fmla="*/ 594360 w 655320"/>
              <a:gd name="connsiteY25" fmla="*/ 1935480 h 3307080"/>
              <a:gd name="connsiteX26" fmla="*/ 579120 w 655320"/>
              <a:gd name="connsiteY26" fmla="*/ 1912620 h 3307080"/>
              <a:gd name="connsiteX27" fmla="*/ 548640 w 655320"/>
              <a:gd name="connsiteY27" fmla="*/ 1851660 h 3307080"/>
              <a:gd name="connsiteX28" fmla="*/ 518160 w 655320"/>
              <a:gd name="connsiteY28" fmla="*/ 1790700 h 3307080"/>
              <a:gd name="connsiteX29" fmla="*/ 510540 w 655320"/>
              <a:gd name="connsiteY29" fmla="*/ 1767840 h 3307080"/>
              <a:gd name="connsiteX30" fmla="*/ 495300 w 655320"/>
              <a:gd name="connsiteY30" fmla="*/ 1737360 h 3307080"/>
              <a:gd name="connsiteX31" fmla="*/ 480060 w 655320"/>
              <a:gd name="connsiteY31" fmla="*/ 1691640 h 3307080"/>
              <a:gd name="connsiteX32" fmla="*/ 464820 w 655320"/>
              <a:gd name="connsiteY32" fmla="*/ 1668780 h 3307080"/>
              <a:gd name="connsiteX33" fmla="*/ 457200 w 655320"/>
              <a:gd name="connsiteY33" fmla="*/ 1645920 h 3307080"/>
              <a:gd name="connsiteX34" fmla="*/ 441960 w 655320"/>
              <a:gd name="connsiteY34" fmla="*/ 1615440 h 3307080"/>
              <a:gd name="connsiteX35" fmla="*/ 426720 w 655320"/>
              <a:gd name="connsiteY35" fmla="*/ 1577340 h 3307080"/>
              <a:gd name="connsiteX36" fmla="*/ 403860 w 655320"/>
              <a:gd name="connsiteY36" fmla="*/ 1562100 h 3307080"/>
              <a:gd name="connsiteX37" fmla="*/ 381000 w 655320"/>
              <a:gd name="connsiteY37" fmla="*/ 1508760 h 3307080"/>
              <a:gd name="connsiteX38" fmla="*/ 365760 w 655320"/>
              <a:gd name="connsiteY38" fmla="*/ 1455420 h 3307080"/>
              <a:gd name="connsiteX39" fmla="*/ 350520 w 655320"/>
              <a:gd name="connsiteY39" fmla="*/ 1432560 h 3307080"/>
              <a:gd name="connsiteX40" fmla="*/ 320040 w 655320"/>
              <a:gd name="connsiteY40" fmla="*/ 1371600 h 3307080"/>
              <a:gd name="connsiteX41" fmla="*/ 312420 w 655320"/>
              <a:gd name="connsiteY41" fmla="*/ 1341120 h 3307080"/>
              <a:gd name="connsiteX42" fmla="*/ 297180 w 655320"/>
              <a:gd name="connsiteY42" fmla="*/ 1295400 h 3307080"/>
              <a:gd name="connsiteX43" fmla="*/ 266700 w 655320"/>
              <a:gd name="connsiteY43" fmla="*/ 1242060 h 3307080"/>
              <a:gd name="connsiteX44" fmla="*/ 251460 w 655320"/>
              <a:gd name="connsiteY44" fmla="*/ 1188720 h 3307080"/>
              <a:gd name="connsiteX45" fmla="*/ 243840 w 655320"/>
              <a:gd name="connsiteY45" fmla="*/ 1165860 h 3307080"/>
              <a:gd name="connsiteX46" fmla="*/ 236220 w 655320"/>
              <a:gd name="connsiteY46" fmla="*/ 1135380 h 3307080"/>
              <a:gd name="connsiteX47" fmla="*/ 213360 w 655320"/>
              <a:gd name="connsiteY47" fmla="*/ 1097280 h 3307080"/>
              <a:gd name="connsiteX48" fmla="*/ 182880 w 655320"/>
              <a:gd name="connsiteY48" fmla="*/ 1043940 h 3307080"/>
              <a:gd name="connsiteX49" fmla="*/ 175260 w 655320"/>
              <a:gd name="connsiteY49" fmla="*/ 1005840 h 3307080"/>
              <a:gd name="connsiteX50" fmla="*/ 160020 w 655320"/>
              <a:gd name="connsiteY50" fmla="*/ 982980 h 3307080"/>
              <a:gd name="connsiteX51" fmla="*/ 152400 w 655320"/>
              <a:gd name="connsiteY51" fmla="*/ 944880 h 3307080"/>
              <a:gd name="connsiteX52" fmla="*/ 129540 w 655320"/>
              <a:gd name="connsiteY52" fmla="*/ 906780 h 3307080"/>
              <a:gd name="connsiteX53" fmla="*/ 121920 w 655320"/>
              <a:gd name="connsiteY53" fmla="*/ 883920 h 3307080"/>
              <a:gd name="connsiteX54" fmla="*/ 106680 w 655320"/>
              <a:gd name="connsiteY54" fmla="*/ 861060 h 3307080"/>
              <a:gd name="connsiteX55" fmla="*/ 91440 w 655320"/>
              <a:gd name="connsiteY55" fmla="*/ 815340 h 3307080"/>
              <a:gd name="connsiteX56" fmla="*/ 83820 w 655320"/>
              <a:gd name="connsiteY56" fmla="*/ 792480 h 3307080"/>
              <a:gd name="connsiteX57" fmla="*/ 68580 w 655320"/>
              <a:gd name="connsiteY57" fmla="*/ 739140 h 3307080"/>
              <a:gd name="connsiteX58" fmla="*/ 53340 w 655320"/>
              <a:gd name="connsiteY58" fmla="*/ 693420 h 3307080"/>
              <a:gd name="connsiteX59" fmla="*/ 45720 w 655320"/>
              <a:gd name="connsiteY59" fmla="*/ 441960 h 3307080"/>
              <a:gd name="connsiteX60" fmla="*/ 38100 w 655320"/>
              <a:gd name="connsiteY60" fmla="*/ 419100 h 3307080"/>
              <a:gd name="connsiteX61" fmla="*/ 30480 w 655320"/>
              <a:gd name="connsiteY61" fmla="*/ 381000 h 3307080"/>
              <a:gd name="connsiteX62" fmla="*/ 22860 w 655320"/>
              <a:gd name="connsiteY62" fmla="*/ 312420 h 3307080"/>
              <a:gd name="connsiteX63" fmla="*/ 15240 w 655320"/>
              <a:gd name="connsiteY63" fmla="*/ 22860 h 3307080"/>
              <a:gd name="connsiteX64" fmla="*/ 0 w 655320"/>
              <a:gd name="connsiteY64" fmla="*/ 0 h 3307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55320" h="3307080">
                <a:moveTo>
                  <a:pt x="38100" y="3307080"/>
                </a:moveTo>
                <a:cubicBezTo>
                  <a:pt x="62165" y="3304406"/>
                  <a:pt x="109374" y="3302260"/>
                  <a:pt x="137160" y="3291840"/>
                </a:cubicBezTo>
                <a:cubicBezTo>
                  <a:pt x="155959" y="3284790"/>
                  <a:pt x="174210" y="3272996"/>
                  <a:pt x="190500" y="3261360"/>
                </a:cubicBezTo>
                <a:cubicBezTo>
                  <a:pt x="200834" y="3253978"/>
                  <a:pt x="210538" y="3245729"/>
                  <a:pt x="220980" y="3238500"/>
                </a:cubicBezTo>
                <a:cubicBezTo>
                  <a:pt x="243569" y="3222861"/>
                  <a:pt x="270133" y="3212207"/>
                  <a:pt x="289560" y="3192780"/>
                </a:cubicBezTo>
                <a:cubicBezTo>
                  <a:pt x="297180" y="3185160"/>
                  <a:pt x="303651" y="3176184"/>
                  <a:pt x="312420" y="3169920"/>
                </a:cubicBezTo>
                <a:cubicBezTo>
                  <a:pt x="321663" y="3163318"/>
                  <a:pt x="334030" y="3161776"/>
                  <a:pt x="342900" y="3154680"/>
                </a:cubicBezTo>
                <a:cubicBezTo>
                  <a:pt x="359730" y="3141216"/>
                  <a:pt x="373380" y="3124200"/>
                  <a:pt x="388620" y="3108960"/>
                </a:cubicBezTo>
                <a:cubicBezTo>
                  <a:pt x="396240" y="3101340"/>
                  <a:pt x="405502" y="3095066"/>
                  <a:pt x="411480" y="3086100"/>
                </a:cubicBezTo>
                <a:cubicBezTo>
                  <a:pt x="432698" y="3054274"/>
                  <a:pt x="420244" y="3069716"/>
                  <a:pt x="449580" y="3040380"/>
                </a:cubicBezTo>
                <a:cubicBezTo>
                  <a:pt x="473371" y="2969007"/>
                  <a:pt x="434397" y="3074571"/>
                  <a:pt x="480060" y="2994660"/>
                </a:cubicBezTo>
                <a:cubicBezTo>
                  <a:pt x="520995" y="2923025"/>
                  <a:pt x="448684" y="3003176"/>
                  <a:pt x="510540" y="2941320"/>
                </a:cubicBezTo>
                <a:cubicBezTo>
                  <a:pt x="533847" y="2871400"/>
                  <a:pt x="494888" y="2980244"/>
                  <a:pt x="541020" y="2887980"/>
                </a:cubicBezTo>
                <a:cubicBezTo>
                  <a:pt x="548204" y="2873612"/>
                  <a:pt x="549076" y="2856628"/>
                  <a:pt x="556260" y="2842260"/>
                </a:cubicBezTo>
                <a:cubicBezTo>
                  <a:pt x="561340" y="2832100"/>
                  <a:pt x="565864" y="2821643"/>
                  <a:pt x="571500" y="2811780"/>
                </a:cubicBezTo>
                <a:cubicBezTo>
                  <a:pt x="576044" y="2803829"/>
                  <a:pt x="583218" y="2797374"/>
                  <a:pt x="586740" y="2788920"/>
                </a:cubicBezTo>
                <a:cubicBezTo>
                  <a:pt x="596008" y="2766677"/>
                  <a:pt x="601980" y="2743200"/>
                  <a:pt x="609600" y="2720340"/>
                </a:cubicBezTo>
                <a:cubicBezTo>
                  <a:pt x="612140" y="2712720"/>
                  <a:pt x="613628" y="2704664"/>
                  <a:pt x="617220" y="2697480"/>
                </a:cubicBezTo>
                <a:cubicBezTo>
                  <a:pt x="636052" y="2659816"/>
                  <a:pt x="628868" y="2677776"/>
                  <a:pt x="640080" y="2644140"/>
                </a:cubicBezTo>
                <a:cubicBezTo>
                  <a:pt x="642620" y="2626360"/>
                  <a:pt x="644747" y="2608516"/>
                  <a:pt x="647700" y="2590800"/>
                </a:cubicBezTo>
                <a:cubicBezTo>
                  <a:pt x="649829" y="2578025"/>
                  <a:pt x="655320" y="2565652"/>
                  <a:pt x="655320" y="2552700"/>
                </a:cubicBezTo>
                <a:cubicBezTo>
                  <a:pt x="655320" y="2410437"/>
                  <a:pt x="652287" y="2268169"/>
                  <a:pt x="647700" y="2125980"/>
                </a:cubicBezTo>
                <a:cubicBezTo>
                  <a:pt x="647202" y="2110538"/>
                  <a:pt x="644145" y="2095166"/>
                  <a:pt x="640080" y="2080260"/>
                </a:cubicBezTo>
                <a:cubicBezTo>
                  <a:pt x="636481" y="2067064"/>
                  <a:pt x="629514" y="2055015"/>
                  <a:pt x="624840" y="2042160"/>
                </a:cubicBezTo>
                <a:cubicBezTo>
                  <a:pt x="619350" y="2027063"/>
                  <a:pt x="613827" y="2011938"/>
                  <a:pt x="609600" y="1996440"/>
                </a:cubicBezTo>
                <a:cubicBezTo>
                  <a:pt x="604383" y="1977311"/>
                  <a:pt x="603608" y="1953977"/>
                  <a:pt x="594360" y="1935480"/>
                </a:cubicBezTo>
                <a:cubicBezTo>
                  <a:pt x="590264" y="1927289"/>
                  <a:pt x="583216" y="1920811"/>
                  <a:pt x="579120" y="1912620"/>
                </a:cubicBezTo>
                <a:cubicBezTo>
                  <a:pt x="529906" y="1814192"/>
                  <a:pt x="643692" y="2010080"/>
                  <a:pt x="548640" y="1851660"/>
                </a:cubicBezTo>
                <a:cubicBezTo>
                  <a:pt x="533409" y="1775507"/>
                  <a:pt x="554752" y="1845588"/>
                  <a:pt x="518160" y="1790700"/>
                </a:cubicBezTo>
                <a:cubicBezTo>
                  <a:pt x="513705" y="1784017"/>
                  <a:pt x="513704" y="1775223"/>
                  <a:pt x="510540" y="1767840"/>
                </a:cubicBezTo>
                <a:cubicBezTo>
                  <a:pt x="506065" y="1757399"/>
                  <a:pt x="499519" y="1747907"/>
                  <a:pt x="495300" y="1737360"/>
                </a:cubicBezTo>
                <a:cubicBezTo>
                  <a:pt x="489334" y="1722445"/>
                  <a:pt x="486584" y="1706320"/>
                  <a:pt x="480060" y="1691640"/>
                </a:cubicBezTo>
                <a:cubicBezTo>
                  <a:pt x="476341" y="1683271"/>
                  <a:pt x="468916" y="1676971"/>
                  <a:pt x="464820" y="1668780"/>
                </a:cubicBezTo>
                <a:cubicBezTo>
                  <a:pt x="461228" y="1661596"/>
                  <a:pt x="460364" y="1653303"/>
                  <a:pt x="457200" y="1645920"/>
                </a:cubicBezTo>
                <a:cubicBezTo>
                  <a:pt x="452725" y="1635479"/>
                  <a:pt x="446573" y="1625820"/>
                  <a:pt x="441960" y="1615440"/>
                </a:cubicBezTo>
                <a:cubicBezTo>
                  <a:pt x="436405" y="1602941"/>
                  <a:pt x="434670" y="1588471"/>
                  <a:pt x="426720" y="1577340"/>
                </a:cubicBezTo>
                <a:cubicBezTo>
                  <a:pt x="421397" y="1569888"/>
                  <a:pt x="411480" y="1567180"/>
                  <a:pt x="403860" y="1562100"/>
                </a:cubicBezTo>
                <a:cubicBezTo>
                  <a:pt x="381983" y="1474594"/>
                  <a:pt x="412574" y="1582432"/>
                  <a:pt x="381000" y="1508760"/>
                </a:cubicBezTo>
                <a:cubicBezTo>
                  <a:pt x="366351" y="1474580"/>
                  <a:pt x="380588" y="1485077"/>
                  <a:pt x="365760" y="1455420"/>
                </a:cubicBezTo>
                <a:cubicBezTo>
                  <a:pt x="361664" y="1447229"/>
                  <a:pt x="355600" y="1440180"/>
                  <a:pt x="350520" y="1432560"/>
                </a:cubicBezTo>
                <a:cubicBezTo>
                  <a:pt x="331809" y="1357716"/>
                  <a:pt x="358898" y="1449316"/>
                  <a:pt x="320040" y="1371600"/>
                </a:cubicBezTo>
                <a:cubicBezTo>
                  <a:pt x="315356" y="1362233"/>
                  <a:pt x="315429" y="1351151"/>
                  <a:pt x="312420" y="1341120"/>
                </a:cubicBezTo>
                <a:cubicBezTo>
                  <a:pt x="307804" y="1325733"/>
                  <a:pt x="304364" y="1309768"/>
                  <a:pt x="297180" y="1295400"/>
                </a:cubicBezTo>
                <a:cubicBezTo>
                  <a:pt x="277844" y="1256729"/>
                  <a:pt x="288241" y="1274371"/>
                  <a:pt x="266700" y="1242060"/>
                </a:cubicBezTo>
                <a:cubicBezTo>
                  <a:pt x="261620" y="1224280"/>
                  <a:pt x="256773" y="1206432"/>
                  <a:pt x="251460" y="1188720"/>
                </a:cubicBezTo>
                <a:cubicBezTo>
                  <a:pt x="249152" y="1181027"/>
                  <a:pt x="246047" y="1173583"/>
                  <a:pt x="243840" y="1165860"/>
                </a:cubicBezTo>
                <a:cubicBezTo>
                  <a:pt x="240963" y="1155790"/>
                  <a:pt x="240473" y="1144950"/>
                  <a:pt x="236220" y="1135380"/>
                </a:cubicBezTo>
                <a:cubicBezTo>
                  <a:pt x="230205" y="1121846"/>
                  <a:pt x="220980" y="1109980"/>
                  <a:pt x="213360" y="1097280"/>
                </a:cubicBezTo>
                <a:cubicBezTo>
                  <a:pt x="188420" y="997520"/>
                  <a:pt x="228278" y="1134736"/>
                  <a:pt x="182880" y="1043940"/>
                </a:cubicBezTo>
                <a:cubicBezTo>
                  <a:pt x="177088" y="1032356"/>
                  <a:pt x="179808" y="1017967"/>
                  <a:pt x="175260" y="1005840"/>
                </a:cubicBezTo>
                <a:cubicBezTo>
                  <a:pt x="172044" y="997265"/>
                  <a:pt x="165100" y="990600"/>
                  <a:pt x="160020" y="982980"/>
                </a:cubicBezTo>
                <a:cubicBezTo>
                  <a:pt x="157480" y="970280"/>
                  <a:pt x="157210" y="956905"/>
                  <a:pt x="152400" y="944880"/>
                </a:cubicBezTo>
                <a:cubicBezTo>
                  <a:pt x="146899" y="931129"/>
                  <a:pt x="136164" y="920027"/>
                  <a:pt x="129540" y="906780"/>
                </a:cubicBezTo>
                <a:cubicBezTo>
                  <a:pt x="125948" y="899596"/>
                  <a:pt x="125512" y="891104"/>
                  <a:pt x="121920" y="883920"/>
                </a:cubicBezTo>
                <a:cubicBezTo>
                  <a:pt x="117824" y="875729"/>
                  <a:pt x="110399" y="869429"/>
                  <a:pt x="106680" y="861060"/>
                </a:cubicBezTo>
                <a:cubicBezTo>
                  <a:pt x="100156" y="846380"/>
                  <a:pt x="96520" y="830580"/>
                  <a:pt x="91440" y="815340"/>
                </a:cubicBezTo>
                <a:lnTo>
                  <a:pt x="83820" y="792480"/>
                </a:lnTo>
                <a:cubicBezTo>
                  <a:pt x="58211" y="715654"/>
                  <a:pt x="97284" y="834821"/>
                  <a:pt x="68580" y="739140"/>
                </a:cubicBezTo>
                <a:cubicBezTo>
                  <a:pt x="63964" y="723753"/>
                  <a:pt x="53340" y="693420"/>
                  <a:pt x="53340" y="693420"/>
                </a:cubicBezTo>
                <a:cubicBezTo>
                  <a:pt x="50800" y="609600"/>
                  <a:pt x="50372" y="525689"/>
                  <a:pt x="45720" y="441960"/>
                </a:cubicBezTo>
                <a:cubicBezTo>
                  <a:pt x="45274" y="433940"/>
                  <a:pt x="40048" y="426892"/>
                  <a:pt x="38100" y="419100"/>
                </a:cubicBezTo>
                <a:cubicBezTo>
                  <a:pt x="34959" y="406535"/>
                  <a:pt x="32312" y="393821"/>
                  <a:pt x="30480" y="381000"/>
                </a:cubicBezTo>
                <a:cubicBezTo>
                  <a:pt x="27227" y="358230"/>
                  <a:pt x="25400" y="335280"/>
                  <a:pt x="22860" y="312420"/>
                </a:cubicBezTo>
                <a:cubicBezTo>
                  <a:pt x="20320" y="215900"/>
                  <a:pt x="22286" y="119156"/>
                  <a:pt x="15240" y="22860"/>
                </a:cubicBezTo>
                <a:cubicBezTo>
                  <a:pt x="14572" y="13726"/>
                  <a:pt x="0" y="0"/>
                  <a:pt x="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자유형 43"/>
          <p:cNvSpPr/>
          <p:nvPr/>
        </p:nvSpPr>
        <p:spPr>
          <a:xfrm>
            <a:off x="1564413" y="2072640"/>
            <a:ext cx="713967" cy="3512820"/>
          </a:xfrm>
          <a:custGeom>
            <a:avLst/>
            <a:gdLst>
              <a:gd name="connsiteX0" fmla="*/ 12927 w 713967"/>
              <a:gd name="connsiteY0" fmla="*/ 0 h 3512820"/>
              <a:gd name="connsiteX1" fmla="*/ 12927 w 713967"/>
              <a:gd name="connsiteY1" fmla="*/ 563880 h 3512820"/>
              <a:gd name="connsiteX2" fmla="*/ 20547 w 713967"/>
              <a:gd name="connsiteY2" fmla="*/ 586740 h 3512820"/>
              <a:gd name="connsiteX3" fmla="*/ 28167 w 713967"/>
              <a:gd name="connsiteY3" fmla="*/ 624840 h 3512820"/>
              <a:gd name="connsiteX4" fmla="*/ 43407 w 713967"/>
              <a:gd name="connsiteY4" fmla="*/ 647700 h 3512820"/>
              <a:gd name="connsiteX5" fmla="*/ 51027 w 713967"/>
              <a:gd name="connsiteY5" fmla="*/ 670560 h 3512820"/>
              <a:gd name="connsiteX6" fmla="*/ 66267 w 713967"/>
              <a:gd name="connsiteY6" fmla="*/ 701040 h 3512820"/>
              <a:gd name="connsiteX7" fmla="*/ 89127 w 713967"/>
              <a:gd name="connsiteY7" fmla="*/ 762000 h 3512820"/>
              <a:gd name="connsiteX8" fmla="*/ 104367 w 713967"/>
              <a:gd name="connsiteY8" fmla="*/ 784860 h 3512820"/>
              <a:gd name="connsiteX9" fmla="*/ 111987 w 713967"/>
              <a:gd name="connsiteY9" fmla="*/ 807720 h 3512820"/>
              <a:gd name="connsiteX10" fmla="*/ 142467 w 713967"/>
              <a:gd name="connsiteY10" fmla="*/ 868680 h 3512820"/>
              <a:gd name="connsiteX11" fmla="*/ 150087 w 713967"/>
              <a:gd name="connsiteY11" fmla="*/ 891540 h 3512820"/>
              <a:gd name="connsiteX12" fmla="*/ 165327 w 713967"/>
              <a:gd name="connsiteY12" fmla="*/ 914400 h 3512820"/>
              <a:gd name="connsiteX13" fmla="*/ 180567 w 713967"/>
              <a:gd name="connsiteY13" fmla="*/ 952500 h 3512820"/>
              <a:gd name="connsiteX14" fmla="*/ 203427 w 713967"/>
              <a:gd name="connsiteY14" fmla="*/ 975360 h 3512820"/>
              <a:gd name="connsiteX15" fmla="*/ 233907 w 713967"/>
              <a:gd name="connsiteY15" fmla="*/ 1021080 h 3512820"/>
              <a:gd name="connsiteX16" fmla="*/ 256767 w 713967"/>
              <a:gd name="connsiteY16" fmla="*/ 1043940 h 3512820"/>
              <a:gd name="connsiteX17" fmla="*/ 302487 w 713967"/>
              <a:gd name="connsiteY17" fmla="*/ 1120140 h 3512820"/>
              <a:gd name="connsiteX18" fmla="*/ 325347 w 713967"/>
              <a:gd name="connsiteY18" fmla="*/ 1143000 h 3512820"/>
              <a:gd name="connsiteX19" fmla="*/ 348207 w 713967"/>
              <a:gd name="connsiteY19" fmla="*/ 1173480 h 3512820"/>
              <a:gd name="connsiteX20" fmla="*/ 386307 w 713967"/>
              <a:gd name="connsiteY20" fmla="*/ 1219200 h 3512820"/>
              <a:gd name="connsiteX21" fmla="*/ 393927 w 713967"/>
              <a:gd name="connsiteY21" fmla="*/ 1242060 h 3512820"/>
              <a:gd name="connsiteX22" fmla="*/ 409167 w 713967"/>
              <a:gd name="connsiteY22" fmla="*/ 1264920 h 3512820"/>
              <a:gd name="connsiteX23" fmla="*/ 416787 w 713967"/>
              <a:gd name="connsiteY23" fmla="*/ 1287780 h 3512820"/>
              <a:gd name="connsiteX24" fmla="*/ 432027 w 713967"/>
              <a:gd name="connsiteY24" fmla="*/ 1310640 h 3512820"/>
              <a:gd name="connsiteX25" fmla="*/ 447267 w 713967"/>
              <a:gd name="connsiteY25" fmla="*/ 1356360 h 3512820"/>
              <a:gd name="connsiteX26" fmla="*/ 454887 w 713967"/>
              <a:gd name="connsiteY26" fmla="*/ 1379220 h 3512820"/>
              <a:gd name="connsiteX27" fmla="*/ 470127 w 713967"/>
              <a:gd name="connsiteY27" fmla="*/ 1409700 h 3512820"/>
              <a:gd name="connsiteX28" fmla="*/ 500607 w 713967"/>
              <a:gd name="connsiteY28" fmla="*/ 1455420 h 3512820"/>
              <a:gd name="connsiteX29" fmla="*/ 508227 w 713967"/>
              <a:gd name="connsiteY29" fmla="*/ 1478280 h 3512820"/>
              <a:gd name="connsiteX30" fmla="*/ 523467 w 713967"/>
              <a:gd name="connsiteY30" fmla="*/ 1501140 h 3512820"/>
              <a:gd name="connsiteX31" fmla="*/ 546327 w 713967"/>
              <a:gd name="connsiteY31" fmla="*/ 1562100 h 3512820"/>
              <a:gd name="connsiteX32" fmla="*/ 561567 w 713967"/>
              <a:gd name="connsiteY32" fmla="*/ 1600200 h 3512820"/>
              <a:gd name="connsiteX33" fmla="*/ 584427 w 713967"/>
              <a:gd name="connsiteY33" fmla="*/ 1630680 h 3512820"/>
              <a:gd name="connsiteX34" fmla="*/ 592047 w 713967"/>
              <a:gd name="connsiteY34" fmla="*/ 1653540 h 3512820"/>
              <a:gd name="connsiteX35" fmla="*/ 599667 w 713967"/>
              <a:gd name="connsiteY35" fmla="*/ 1684020 h 3512820"/>
              <a:gd name="connsiteX36" fmla="*/ 614907 w 713967"/>
              <a:gd name="connsiteY36" fmla="*/ 1706880 h 3512820"/>
              <a:gd name="connsiteX37" fmla="*/ 630147 w 713967"/>
              <a:gd name="connsiteY37" fmla="*/ 1760220 h 3512820"/>
              <a:gd name="connsiteX38" fmla="*/ 645387 w 713967"/>
              <a:gd name="connsiteY38" fmla="*/ 1805940 h 3512820"/>
              <a:gd name="connsiteX39" fmla="*/ 668247 w 713967"/>
              <a:gd name="connsiteY39" fmla="*/ 1889760 h 3512820"/>
              <a:gd name="connsiteX40" fmla="*/ 691107 w 713967"/>
              <a:gd name="connsiteY40" fmla="*/ 1981200 h 3512820"/>
              <a:gd name="connsiteX41" fmla="*/ 706347 w 713967"/>
              <a:gd name="connsiteY41" fmla="*/ 2141220 h 3512820"/>
              <a:gd name="connsiteX42" fmla="*/ 713967 w 713967"/>
              <a:gd name="connsiteY42" fmla="*/ 2179320 h 3512820"/>
              <a:gd name="connsiteX43" fmla="*/ 706347 w 713967"/>
              <a:gd name="connsiteY43" fmla="*/ 2598420 h 3512820"/>
              <a:gd name="connsiteX44" fmla="*/ 691107 w 713967"/>
              <a:gd name="connsiteY44" fmla="*/ 2628900 h 3512820"/>
              <a:gd name="connsiteX45" fmla="*/ 683487 w 713967"/>
              <a:gd name="connsiteY45" fmla="*/ 2659380 h 3512820"/>
              <a:gd name="connsiteX46" fmla="*/ 675867 w 713967"/>
              <a:gd name="connsiteY46" fmla="*/ 2705100 h 3512820"/>
              <a:gd name="connsiteX47" fmla="*/ 668247 w 713967"/>
              <a:gd name="connsiteY47" fmla="*/ 2727960 h 3512820"/>
              <a:gd name="connsiteX48" fmla="*/ 653007 w 713967"/>
              <a:gd name="connsiteY48" fmla="*/ 2796540 h 3512820"/>
              <a:gd name="connsiteX49" fmla="*/ 637767 w 713967"/>
              <a:gd name="connsiteY49" fmla="*/ 2819400 h 3512820"/>
              <a:gd name="connsiteX50" fmla="*/ 622527 w 713967"/>
              <a:gd name="connsiteY50" fmla="*/ 2865120 h 3512820"/>
              <a:gd name="connsiteX51" fmla="*/ 607287 w 713967"/>
              <a:gd name="connsiteY51" fmla="*/ 2895600 h 3512820"/>
              <a:gd name="connsiteX52" fmla="*/ 599667 w 713967"/>
              <a:gd name="connsiteY52" fmla="*/ 2918460 h 3512820"/>
              <a:gd name="connsiteX53" fmla="*/ 553947 w 713967"/>
              <a:gd name="connsiteY53" fmla="*/ 2987040 h 3512820"/>
              <a:gd name="connsiteX54" fmla="*/ 515847 w 713967"/>
              <a:gd name="connsiteY54" fmla="*/ 3055620 h 3512820"/>
              <a:gd name="connsiteX55" fmla="*/ 485367 w 713967"/>
              <a:gd name="connsiteY55" fmla="*/ 3124200 h 3512820"/>
              <a:gd name="connsiteX56" fmla="*/ 462507 w 713967"/>
              <a:gd name="connsiteY56" fmla="*/ 3139440 h 3512820"/>
              <a:gd name="connsiteX57" fmla="*/ 432027 w 713967"/>
              <a:gd name="connsiteY57" fmla="*/ 3200400 h 3512820"/>
              <a:gd name="connsiteX58" fmla="*/ 386307 w 713967"/>
              <a:gd name="connsiteY58" fmla="*/ 3253740 h 3512820"/>
              <a:gd name="connsiteX59" fmla="*/ 332967 w 713967"/>
              <a:gd name="connsiteY59" fmla="*/ 3337560 h 3512820"/>
              <a:gd name="connsiteX60" fmla="*/ 310107 w 713967"/>
              <a:gd name="connsiteY60" fmla="*/ 3360420 h 3512820"/>
              <a:gd name="connsiteX61" fmla="*/ 302487 w 713967"/>
              <a:gd name="connsiteY61" fmla="*/ 3390900 h 3512820"/>
              <a:gd name="connsiteX62" fmla="*/ 279627 w 713967"/>
              <a:gd name="connsiteY62" fmla="*/ 3406140 h 3512820"/>
              <a:gd name="connsiteX63" fmla="*/ 203427 w 713967"/>
              <a:gd name="connsiteY63" fmla="*/ 3474720 h 3512820"/>
              <a:gd name="connsiteX64" fmla="*/ 180567 w 713967"/>
              <a:gd name="connsiteY64" fmla="*/ 3482340 h 3512820"/>
              <a:gd name="connsiteX65" fmla="*/ 157707 w 713967"/>
              <a:gd name="connsiteY65" fmla="*/ 3505200 h 3512820"/>
              <a:gd name="connsiteX66" fmla="*/ 134847 w 713967"/>
              <a:gd name="connsiteY66" fmla="*/ 3512820 h 351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713967" h="3512820">
                <a:moveTo>
                  <a:pt x="12927" y="0"/>
                </a:moveTo>
                <a:cubicBezTo>
                  <a:pt x="2750" y="264592"/>
                  <a:pt x="0" y="234239"/>
                  <a:pt x="12927" y="563880"/>
                </a:cubicBezTo>
                <a:cubicBezTo>
                  <a:pt x="13242" y="571906"/>
                  <a:pt x="18599" y="578948"/>
                  <a:pt x="20547" y="586740"/>
                </a:cubicBezTo>
                <a:cubicBezTo>
                  <a:pt x="23688" y="599305"/>
                  <a:pt x="23619" y="612713"/>
                  <a:pt x="28167" y="624840"/>
                </a:cubicBezTo>
                <a:cubicBezTo>
                  <a:pt x="31383" y="633415"/>
                  <a:pt x="39311" y="639509"/>
                  <a:pt x="43407" y="647700"/>
                </a:cubicBezTo>
                <a:cubicBezTo>
                  <a:pt x="46999" y="654884"/>
                  <a:pt x="47863" y="663177"/>
                  <a:pt x="51027" y="670560"/>
                </a:cubicBezTo>
                <a:cubicBezTo>
                  <a:pt x="55502" y="681001"/>
                  <a:pt x="61792" y="690599"/>
                  <a:pt x="66267" y="701040"/>
                </a:cubicBezTo>
                <a:cubicBezTo>
                  <a:pt x="86052" y="747205"/>
                  <a:pt x="57554" y="698854"/>
                  <a:pt x="89127" y="762000"/>
                </a:cubicBezTo>
                <a:cubicBezTo>
                  <a:pt x="93223" y="770191"/>
                  <a:pt x="100271" y="776669"/>
                  <a:pt x="104367" y="784860"/>
                </a:cubicBezTo>
                <a:cubicBezTo>
                  <a:pt x="107959" y="792044"/>
                  <a:pt x="108663" y="800408"/>
                  <a:pt x="111987" y="807720"/>
                </a:cubicBezTo>
                <a:cubicBezTo>
                  <a:pt x="121388" y="828402"/>
                  <a:pt x="135283" y="847127"/>
                  <a:pt x="142467" y="868680"/>
                </a:cubicBezTo>
                <a:cubicBezTo>
                  <a:pt x="145007" y="876300"/>
                  <a:pt x="146495" y="884356"/>
                  <a:pt x="150087" y="891540"/>
                </a:cubicBezTo>
                <a:cubicBezTo>
                  <a:pt x="154183" y="899731"/>
                  <a:pt x="161231" y="906209"/>
                  <a:pt x="165327" y="914400"/>
                </a:cubicBezTo>
                <a:cubicBezTo>
                  <a:pt x="171444" y="926634"/>
                  <a:pt x="173318" y="940901"/>
                  <a:pt x="180567" y="952500"/>
                </a:cubicBezTo>
                <a:cubicBezTo>
                  <a:pt x="186278" y="961638"/>
                  <a:pt x="196811" y="966854"/>
                  <a:pt x="203427" y="975360"/>
                </a:cubicBezTo>
                <a:cubicBezTo>
                  <a:pt x="214672" y="989818"/>
                  <a:pt x="220955" y="1008128"/>
                  <a:pt x="233907" y="1021080"/>
                </a:cubicBezTo>
                <a:cubicBezTo>
                  <a:pt x="241527" y="1028700"/>
                  <a:pt x="249868" y="1035661"/>
                  <a:pt x="256767" y="1043940"/>
                </a:cubicBezTo>
                <a:cubicBezTo>
                  <a:pt x="276079" y="1067114"/>
                  <a:pt x="283175" y="1096966"/>
                  <a:pt x="302487" y="1120140"/>
                </a:cubicBezTo>
                <a:cubicBezTo>
                  <a:pt x="309386" y="1128419"/>
                  <a:pt x="318334" y="1134818"/>
                  <a:pt x="325347" y="1143000"/>
                </a:cubicBezTo>
                <a:cubicBezTo>
                  <a:pt x="333612" y="1152643"/>
                  <a:pt x="339942" y="1163837"/>
                  <a:pt x="348207" y="1173480"/>
                </a:cubicBezTo>
                <a:cubicBezTo>
                  <a:pt x="368430" y="1197073"/>
                  <a:pt x="372834" y="1192254"/>
                  <a:pt x="386307" y="1219200"/>
                </a:cubicBezTo>
                <a:cubicBezTo>
                  <a:pt x="389899" y="1226384"/>
                  <a:pt x="390335" y="1234876"/>
                  <a:pt x="393927" y="1242060"/>
                </a:cubicBezTo>
                <a:cubicBezTo>
                  <a:pt x="398023" y="1250251"/>
                  <a:pt x="405071" y="1256729"/>
                  <a:pt x="409167" y="1264920"/>
                </a:cubicBezTo>
                <a:cubicBezTo>
                  <a:pt x="412759" y="1272104"/>
                  <a:pt x="413195" y="1280596"/>
                  <a:pt x="416787" y="1287780"/>
                </a:cubicBezTo>
                <a:cubicBezTo>
                  <a:pt x="420883" y="1295971"/>
                  <a:pt x="428308" y="1302271"/>
                  <a:pt x="432027" y="1310640"/>
                </a:cubicBezTo>
                <a:cubicBezTo>
                  <a:pt x="438551" y="1325320"/>
                  <a:pt x="442187" y="1341120"/>
                  <a:pt x="447267" y="1356360"/>
                </a:cubicBezTo>
                <a:cubicBezTo>
                  <a:pt x="449807" y="1363980"/>
                  <a:pt x="451295" y="1372036"/>
                  <a:pt x="454887" y="1379220"/>
                </a:cubicBezTo>
                <a:cubicBezTo>
                  <a:pt x="459967" y="1389380"/>
                  <a:pt x="464283" y="1399960"/>
                  <a:pt x="470127" y="1409700"/>
                </a:cubicBezTo>
                <a:cubicBezTo>
                  <a:pt x="479551" y="1425406"/>
                  <a:pt x="494815" y="1438044"/>
                  <a:pt x="500607" y="1455420"/>
                </a:cubicBezTo>
                <a:cubicBezTo>
                  <a:pt x="503147" y="1463040"/>
                  <a:pt x="504635" y="1471096"/>
                  <a:pt x="508227" y="1478280"/>
                </a:cubicBezTo>
                <a:cubicBezTo>
                  <a:pt x="512323" y="1486471"/>
                  <a:pt x="519371" y="1492949"/>
                  <a:pt x="523467" y="1501140"/>
                </a:cubicBezTo>
                <a:cubicBezTo>
                  <a:pt x="538194" y="1530594"/>
                  <a:pt x="536435" y="1535720"/>
                  <a:pt x="546327" y="1562100"/>
                </a:cubicBezTo>
                <a:cubicBezTo>
                  <a:pt x="551130" y="1574907"/>
                  <a:pt x="554924" y="1588243"/>
                  <a:pt x="561567" y="1600200"/>
                </a:cubicBezTo>
                <a:cubicBezTo>
                  <a:pt x="567735" y="1611302"/>
                  <a:pt x="576807" y="1620520"/>
                  <a:pt x="584427" y="1630680"/>
                </a:cubicBezTo>
                <a:cubicBezTo>
                  <a:pt x="586967" y="1638300"/>
                  <a:pt x="589840" y="1645817"/>
                  <a:pt x="592047" y="1653540"/>
                </a:cubicBezTo>
                <a:cubicBezTo>
                  <a:pt x="594924" y="1663610"/>
                  <a:pt x="595542" y="1674394"/>
                  <a:pt x="599667" y="1684020"/>
                </a:cubicBezTo>
                <a:cubicBezTo>
                  <a:pt x="603275" y="1692438"/>
                  <a:pt x="610811" y="1698689"/>
                  <a:pt x="614907" y="1706880"/>
                </a:cubicBezTo>
                <a:cubicBezTo>
                  <a:pt x="621309" y="1719684"/>
                  <a:pt x="626485" y="1748013"/>
                  <a:pt x="630147" y="1760220"/>
                </a:cubicBezTo>
                <a:cubicBezTo>
                  <a:pt x="634763" y="1775607"/>
                  <a:pt x="640974" y="1790494"/>
                  <a:pt x="645387" y="1805940"/>
                </a:cubicBezTo>
                <a:cubicBezTo>
                  <a:pt x="649255" y="1819479"/>
                  <a:pt x="664212" y="1869585"/>
                  <a:pt x="668247" y="1889760"/>
                </a:cubicBezTo>
                <a:cubicBezTo>
                  <a:pt x="683638" y="1966717"/>
                  <a:pt x="665647" y="1904819"/>
                  <a:pt x="691107" y="1981200"/>
                </a:cubicBezTo>
                <a:cubicBezTo>
                  <a:pt x="694787" y="2025364"/>
                  <a:pt x="699748" y="2095030"/>
                  <a:pt x="706347" y="2141220"/>
                </a:cubicBezTo>
                <a:cubicBezTo>
                  <a:pt x="708179" y="2154041"/>
                  <a:pt x="711427" y="2166620"/>
                  <a:pt x="713967" y="2179320"/>
                </a:cubicBezTo>
                <a:cubicBezTo>
                  <a:pt x="711427" y="2319020"/>
                  <a:pt x="713442" y="2458877"/>
                  <a:pt x="706347" y="2598420"/>
                </a:cubicBezTo>
                <a:cubicBezTo>
                  <a:pt x="705770" y="2609765"/>
                  <a:pt x="695095" y="2618264"/>
                  <a:pt x="691107" y="2628900"/>
                </a:cubicBezTo>
                <a:cubicBezTo>
                  <a:pt x="687430" y="2638706"/>
                  <a:pt x="685541" y="2649111"/>
                  <a:pt x="683487" y="2659380"/>
                </a:cubicBezTo>
                <a:cubicBezTo>
                  <a:pt x="680457" y="2674530"/>
                  <a:pt x="679219" y="2690018"/>
                  <a:pt x="675867" y="2705100"/>
                </a:cubicBezTo>
                <a:cubicBezTo>
                  <a:pt x="674125" y="2712941"/>
                  <a:pt x="669989" y="2720119"/>
                  <a:pt x="668247" y="2727960"/>
                </a:cubicBezTo>
                <a:cubicBezTo>
                  <a:pt x="663564" y="2749032"/>
                  <a:pt x="663299" y="2775956"/>
                  <a:pt x="653007" y="2796540"/>
                </a:cubicBezTo>
                <a:cubicBezTo>
                  <a:pt x="648911" y="2804731"/>
                  <a:pt x="641486" y="2811031"/>
                  <a:pt x="637767" y="2819400"/>
                </a:cubicBezTo>
                <a:cubicBezTo>
                  <a:pt x="631243" y="2834080"/>
                  <a:pt x="629711" y="2850752"/>
                  <a:pt x="622527" y="2865120"/>
                </a:cubicBezTo>
                <a:cubicBezTo>
                  <a:pt x="617447" y="2875280"/>
                  <a:pt x="611762" y="2885159"/>
                  <a:pt x="607287" y="2895600"/>
                </a:cubicBezTo>
                <a:cubicBezTo>
                  <a:pt x="604123" y="2902983"/>
                  <a:pt x="603652" y="2911486"/>
                  <a:pt x="599667" y="2918460"/>
                </a:cubicBezTo>
                <a:cubicBezTo>
                  <a:pt x="548617" y="3007798"/>
                  <a:pt x="605853" y="2883228"/>
                  <a:pt x="553947" y="2987040"/>
                </a:cubicBezTo>
                <a:cubicBezTo>
                  <a:pt x="519023" y="3056888"/>
                  <a:pt x="560811" y="2995668"/>
                  <a:pt x="515847" y="3055620"/>
                </a:cubicBezTo>
                <a:cubicBezTo>
                  <a:pt x="508302" y="3078256"/>
                  <a:pt x="503480" y="3106087"/>
                  <a:pt x="485367" y="3124200"/>
                </a:cubicBezTo>
                <a:cubicBezTo>
                  <a:pt x="478891" y="3130676"/>
                  <a:pt x="470127" y="3134360"/>
                  <a:pt x="462507" y="3139440"/>
                </a:cubicBezTo>
                <a:cubicBezTo>
                  <a:pt x="452347" y="3159760"/>
                  <a:pt x="448091" y="3184336"/>
                  <a:pt x="432027" y="3200400"/>
                </a:cubicBezTo>
                <a:cubicBezTo>
                  <a:pt x="401140" y="3231287"/>
                  <a:pt x="405649" y="3222793"/>
                  <a:pt x="386307" y="3253740"/>
                </a:cubicBezTo>
                <a:cubicBezTo>
                  <a:pt x="376511" y="3269414"/>
                  <a:pt x="343852" y="3326675"/>
                  <a:pt x="332967" y="3337560"/>
                </a:cubicBezTo>
                <a:lnTo>
                  <a:pt x="310107" y="3360420"/>
                </a:lnTo>
                <a:cubicBezTo>
                  <a:pt x="307567" y="3370580"/>
                  <a:pt x="308296" y="3382186"/>
                  <a:pt x="302487" y="3390900"/>
                </a:cubicBezTo>
                <a:cubicBezTo>
                  <a:pt x="297407" y="3398520"/>
                  <a:pt x="286472" y="3400056"/>
                  <a:pt x="279627" y="3406140"/>
                </a:cubicBezTo>
                <a:cubicBezTo>
                  <a:pt x="251337" y="3431287"/>
                  <a:pt x="235587" y="3456343"/>
                  <a:pt x="203427" y="3474720"/>
                </a:cubicBezTo>
                <a:cubicBezTo>
                  <a:pt x="196453" y="3478705"/>
                  <a:pt x="188187" y="3479800"/>
                  <a:pt x="180567" y="3482340"/>
                </a:cubicBezTo>
                <a:cubicBezTo>
                  <a:pt x="172947" y="3489960"/>
                  <a:pt x="166673" y="3499222"/>
                  <a:pt x="157707" y="3505200"/>
                </a:cubicBezTo>
                <a:cubicBezTo>
                  <a:pt x="151024" y="3509655"/>
                  <a:pt x="134847" y="3512820"/>
                  <a:pt x="134847" y="351282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1000100" y="5497313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키를 받아서 </a:t>
            </a:r>
            <a:r>
              <a:rPr lang="en-US" altLang="ko-KR" sz="1200" dirty="0" smtClean="0"/>
              <a:t>A02</a:t>
            </a:r>
          </a:p>
          <a:p>
            <a:r>
              <a:rPr lang="en-US" altLang="ko-KR" sz="1200" dirty="0" smtClean="0"/>
              <a:t>+ </a:t>
            </a:r>
            <a:r>
              <a:rPr lang="ko-KR" altLang="en-US" sz="1200" dirty="0" err="1" smtClean="0"/>
              <a:t>키를생성</a:t>
            </a:r>
            <a:r>
              <a:rPr lang="ko-KR" altLang="en-US" sz="1200" dirty="0" smtClean="0"/>
              <a:t> 조합 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en-US" altLang="ko-KR" sz="1200" b="1" dirty="0" smtClean="0"/>
              <a:t>A02</a:t>
            </a:r>
            <a:r>
              <a:rPr lang="en-US" altLang="ko-KR" sz="1200" dirty="0" smtClean="0"/>
              <a:t>01</a:t>
            </a:r>
            <a:endParaRPr lang="ko-KR" altLang="en-US" sz="1200" dirty="0"/>
          </a:p>
        </p:txBody>
      </p:sp>
      <p:sp>
        <p:nvSpPr>
          <p:cNvPr id="46" name="자유형 45"/>
          <p:cNvSpPr/>
          <p:nvPr/>
        </p:nvSpPr>
        <p:spPr>
          <a:xfrm>
            <a:off x="1783080" y="2270760"/>
            <a:ext cx="859733" cy="3434746"/>
          </a:xfrm>
          <a:custGeom>
            <a:avLst/>
            <a:gdLst>
              <a:gd name="connsiteX0" fmla="*/ 15240 w 859733"/>
              <a:gd name="connsiteY0" fmla="*/ 3421380 h 3434746"/>
              <a:gd name="connsiteX1" fmla="*/ 38100 w 859733"/>
              <a:gd name="connsiteY1" fmla="*/ 3375660 h 3434746"/>
              <a:gd name="connsiteX2" fmla="*/ 45720 w 859733"/>
              <a:gd name="connsiteY2" fmla="*/ 3352800 h 3434746"/>
              <a:gd name="connsiteX3" fmla="*/ 91440 w 859733"/>
              <a:gd name="connsiteY3" fmla="*/ 3307080 h 3434746"/>
              <a:gd name="connsiteX4" fmla="*/ 160020 w 859733"/>
              <a:gd name="connsiteY4" fmla="*/ 3223260 h 3434746"/>
              <a:gd name="connsiteX5" fmla="*/ 190500 w 859733"/>
              <a:gd name="connsiteY5" fmla="*/ 3192780 h 3434746"/>
              <a:gd name="connsiteX6" fmla="*/ 220980 w 859733"/>
              <a:gd name="connsiteY6" fmla="*/ 3169920 h 3434746"/>
              <a:gd name="connsiteX7" fmla="*/ 281940 w 859733"/>
              <a:gd name="connsiteY7" fmla="*/ 3108960 h 3434746"/>
              <a:gd name="connsiteX8" fmla="*/ 304800 w 859733"/>
              <a:gd name="connsiteY8" fmla="*/ 3078480 h 3434746"/>
              <a:gd name="connsiteX9" fmla="*/ 335280 w 859733"/>
              <a:gd name="connsiteY9" fmla="*/ 3055620 h 3434746"/>
              <a:gd name="connsiteX10" fmla="*/ 358140 w 859733"/>
              <a:gd name="connsiteY10" fmla="*/ 3025140 h 3434746"/>
              <a:gd name="connsiteX11" fmla="*/ 388620 w 859733"/>
              <a:gd name="connsiteY11" fmla="*/ 2994660 h 3434746"/>
              <a:gd name="connsiteX12" fmla="*/ 411480 w 859733"/>
              <a:gd name="connsiteY12" fmla="*/ 2964180 h 3434746"/>
              <a:gd name="connsiteX13" fmla="*/ 434340 w 859733"/>
              <a:gd name="connsiteY13" fmla="*/ 2941320 h 3434746"/>
              <a:gd name="connsiteX14" fmla="*/ 472440 w 859733"/>
              <a:gd name="connsiteY14" fmla="*/ 2887980 h 3434746"/>
              <a:gd name="connsiteX15" fmla="*/ 518160 w 859733"/>
              <a:gd name="connsiteY15" fmla="*/ 2819400 h 3434746"/>
              <a:gd name="connsiteX16" fmla="*/ 525780 w 859733"/>
              <a:gd name="connsiteY16" fmla="*/ 2796540 h 3434746"/>
              <a:gd name="connsiteX17" fmla="*/ 579120 w 859733"/>
              <a:gd name="connsiteY17" fmla="*/ 2743200 h 3434746"/>
              <a:gd name="connsiteX18" fmla="*/ 601980 w 859733"/>
              <a:gd name="connsiteY18" fmla="*/ 2689860 h 3434746"/>
              <a:gd name="connsiteX19" fmla="*/ 632460 w 859733"/>
              <a:gd name="connsiteY19" fmla="*/ 2651760 h 3434746"/>
              <a:gd name="connsiteX20" fmla="*/ 670560 w 859733"/>
              <a:gd name="connsiteY20" fmla="*/ 2598420 h 3434746"/>
              <a:gd name="connsiteX21" fmla="*/ 701040 w 859733"/>
              <a:gd name="connsiteY21" fmla="*/ 2545080 h 3434746"/>
              <a:gd name="connsiteX22" fmla="*/ 731520 w 859733"/>
              <a:gd name="connsiteY22" fmla="*/ 2491740 h 3434746"/>
              <a:gd name="connsiteX23" fmla="*/ 754380 w 859733"/>
              <a:gd name="connsiteY23" fmla="*/ 2438400 h 3434746"/>
              <a:gd name="connsiteX24" fmla="*/ 762000 w 859733"/>
              <a:gd name="connsiteY24" fmla="*/ 2415540 h 3434746"/>
              <a:gd name="connsiteX25" fmla="*/ 777240 w 859733"/>
              <a:gd name="connsiteY25" fmla="*/ 2392680 h 3434746"/>
              <a:gd name="connsiteX26" fmla="*/ 792480 w 859733"/>
              <a:gd name="connsiteY26" fmla="*/ 2346960 h 3434746"/>
              <a:gd name="connsiteX27" fmla="*/ 800100 w 859733"/>
              <a:gd name="connsiteY27" fmla="*/ 2324100 h 3434746"/>
              <a:gd name="connsiteX28" fmla="*/ 815340 w 859733"/>
              <a:gd name="connsiteY28" fmla="*/ 2293620 h 3434746"/>
              <a:gd name="connsiteX29" fmla="*/ 838200 w 859733"/>
              <a:gd name="connsiteY29" fmla="*/ 2202180 h 3434746"/>
              <a:gd name="connsiteX30" fmla="*/ 845820 w 859733"/>
              <a:gd name="connsiteY30" fmla="*/ 2179320 h 3434746"/>
              <a:gd name="connsiteX31" fmla="*/ 845820 w 859733"/>
              <a:gd name="connsiteY31" fmla="*/ 1744980 h 3434746"/>
              <a:gd name="connsiteX32" fmla="*/ 838200 w 859733"/>
              <a:gd name="connsiteY32" fmla="*/ 1722120 h 3434746"/>
              <a:gd name="connsiteX33" fmla="*/ 815340 w 859733"/>
              <a:gd name="connsiteY33" fmla="*/ 1645920 h 3434746"/>
              <a:gd name="connsiteX34" fmla="*/ 800100 w 859733"/>
              <a:gd name="connsiteY34" fmla="*/ 1584960 h 3434746"/>
              <a:gd name="connsiteX35" fmla="*/ 784860 w 859733"/>
              <a:gd name="connsiteY35" fmla="*/ 1562100 h 3434746"/>
              <a:gd name="connsiteX36" fmla="*/ 769620 w 859733"/>
              <a:gd name="connsiteY36" fmla="*/ 1531620 h 3434746"/>
              <a:gd name="connsiteX37" fmla="*/ 754380 w 859733"/>
              <a:gd name="connsiteY37" fmla="*/ 1508760 h 3434746"/>
              <a:gd name="connsiteX38" fmla="*/ 731520 w 859733"/>
              <a:gd name="connsiteY38" fmla="*/ 1470660 h 3434746"/>
              <a:gd name="connsiteX39" fmla="*/ 716280 w 859733"/>
              <a:gd name="connsiteY39" fmla="*/ 1447800 h 3434746"/>
              <a:gd name="connsiteX40" fmla="*/ 708660 w 859733"/>
              <a:gd name="connsiteY40" fmla="*/ 1424940 h 3434746"/>
              <a:gd name="connsiteX41" fmla="*/ 693420 w 859733"/>
              <a:gd name="connsiteY41" fmla="*/ 1402080 h 3434746"/>
              <a:gd name="connsiteX42" fmla="*/ 670560 w 859733"/>
              <a:gd name="connsiteY42" fmla="*/ 1363980 h 3434746"/>
              <a:gd name="connsiteX43" fmla="*/ 640080 w 859733"/>
              <a:gd name="connsiteY43" fmla="*/ 1333500 h 3434746"/>
              <a:gd name="connsiteX44" fmla="*/ 601980 w 859733"/>
              <a:gd name="connsiteY44" fmla="*/ 1272540 h 3434746"/>
              <a:gd name="connsiteX45" fmla="*/ 563880 w 859733"/>
              <a:gd name="connsiteY45" fmla="*/ 1226820 h 3434746"/>
              <a:gd name="connsiteX46" fmla="*/ 518160 w 859733"/>
              <a:gd name="connsiteY46" fmla="*/ 1165860 h 3434746"/>
              <a:gd name="connsiteX47" fmla="*/ 464820 w 859733"/>
              <a:gd name="connsiteY47" fmla="*/ 1089660 h 3434746"/>
              <a:gd name="connsiteX48" fmla="*/ 441960 w 859733"/>
              <a:gd name="connsiteY48" fmla="*/ 1066800 h 3434746"/>
              <a:gd name="connsiteX49" fmla="*/ 419100 w 859733"/>
              <a:gd name="connsiteY49" fmla="*/ 1036320 h 3434746"/>
              <a:gd name="connsiteX50" fmla="*/ 403860 w 859733"/>
              <a:gd name="connsiteY50" fmla="*/ 1013460 h 3434746"/>
              <a:gd name="connsiteX51" fmla="*/ 381000 w 859733"/>
              <a:gd name="connsiteY51" fmla="*/ 990600 h 3434746"/>
              <a:gd name="connsiteX52" fmla="*/ 365760 w 859733"/>
              <a:gd name="connsiteY52" fmla="*/ 967740 h 3434746"/>
              <a:gd name="connsiteX53" fmla="*/ 342900 w 859733"/>
              <a:gd name="connsiteY53" fmla="*/ 944880 h 3434746"/>
              <a:gd name="connsiteX54" fmla="*/ 312420 w 859733"/>
              <a:gd name="connsiteY54" fmla="*/ 906780 h 3434746"/>
              <a:gd name="connsiteX55" fmla="*/ 281940 w 859733"/>
              <a:gd name="connsiteY55" fmla="*/ 876300 h 3434746"/>
              <a:gd name="connsiteX56" fmla="*/ 266700 w 859733"/>
              <a:gd name="connsiteY56" fmla="*/ 853440 h 3434746"/>
              <a:gd name="connsiteX57" fmla="*/ 213360 w 859733"/>
              <a:gd name="connsiteY57" fmla="*/ 815340 h 3434746"/>
              <a:gd name="connsiteX58" fmla="*/ 160020 w 859733"/>
              <a:gd name="connsiteY58" fmla="*/ 754380 h 3434746"/>
              <a:gd name="connsiteX59" fmla="*/ 144780 w 859733"/>
              <a:gd name="connsiteY59" fmla="*/ 731520 h 3434746"/>
              <a:gd name="connsiteX60" fmla="*/ 114300 w 859733"/>
              <a:gd name="connsiteY60" fmla="*/ 678180 h 3434746"/>
              <a:gd name="connsiteX61" fmla="*/ 76200 w 859733"/>
              <a:gd name="connsiteY61" fmla="*/ 624840 h 3434746"/>
              <a:gd name="connsiteX62" fmla="*/ 45720 w 859733"/>
              <a:gd name="connsiteY62" fmla="*/ 541020 h 3434746"/>
              <a:gd name="connsiteX63" fmla="*/ 30480 w 859733"/>
              <a:gd name="connsiteY63" fmla="*/ 419100 h 3434746"/>
              <a:gd name="connsiteX64" fmla="*/ 22860 w 859733"/>
              <a:gd name="connsiteY64" fmla="*/ 381000 h 3434746"/>
              <a:gd name="connsiteX65" fmla="*/ 0 w 859733"/>
              <a:gd name="connsiteY65" fmla="*/ 213360 h 3434746"/>
              <a:gd name="connsiteX66" fmla="*/ 7620 w 859733"/>
              <a:gd name="connsiteY66" fmla="*/ 0 h 343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859733" h="3434746">
                <a:moveTo>
                  <a:pt x="15240" y="3421380"/>
                </a:moveTo>
                <a:cubicBezTo>
                  <a:pt x="34393" y="3363921"/>
                  <a:pt x="8557" y="3434746"/>
                  <a:pt x="38100" y="3375660"/>
                </a:cubicBezTo>
                <a:cubicBezTo>
                  <a:pt x="41692" y="3368476"/>
                  <a:pt x="40789" y="3359140"/>
                  <a:pt x="45720" y="3352800"/>
                </a:cubicBezTo>
                <a:cubicBezTo>
                  <a:pt x="58952" y="3335787"/>
                  <a:pt x="81801" y="3326357"/>
                  <a:pt x="91440" y="3307080"/>
                </a:cubicBezTo>
                <a:cubicBezTo>
                  <a:pt x="117925" y="3254110"/>
                  <a:pt x="98648" y="3284632"/>
                  <a:pt x="160020" y="3223260"/>
                </a:cubicBezTo>
                <a:cubicBezTo>
                  <a:pt x="170180" y="3213100"/>
                  <a:pt x="179005" y="3201401"/>
                  <a:pt x="190500" y="3192780"/>
                </a:cubicBezTo>
                <a:cubicBezTo>
                  <a:pt x="200660" y="3185160"/>
                  <a:pt x="211618" y="3178502"/>
                  <a:pt x="220980" y="3169920"/>
                </a:cubicBezTo>
                <a:cubicBezTo>
                  <a:pt x="242163" y="3150502"/>
                  <a:pt x="264698" y="3131949"/>
                  <a:pt x="281940" y="3108960"/>
                </a:cubicBezTo>
                <a:cubicBezTo>
                  <a:pt x="289560" y="3098800"/>
                  <a:pt x="295820" y="3087460"/>
                  <a:pt x="304800" y="3078480"/>
                </a:cubicBezTo>
                <a:cubicBezTo>
                  <a:pt x="313780" y="3069500"/>
                  <a:pt x="326300" y="3064600"/>
                  <a:pt x="335280" y="3055620"/>
                </a:cubicBezTo>
                <a:cubicBezTo>
                  <a:pt x="344260" y="3046640"/>
                  <a:pt x="349777" y="3034698"/>
                  <a:pt x="358140" y="3025140"/>
                </a:cubicBezTo>
                <a:cubicBezTo>
                  <a:pt x="367602" y="3014327"/>
                  <a:pt x="379158" y="3005473"/>
                  <a:pt x="388620" y="2994660"/>
                </a:cubicBezTo>
                <a:cubicBezTo>
                  <a:pt x="396983" y="2985102"/>
                  <a:pt x="403215" y="2973823"/>
                  <a:pt x="411480" y="2964180"/>
                </a:cubicBezTo>
                <a:cubicBezTo>
                  <a:pt x="418493" y="2955998"/>
                  <a:pt x="427327" y="2949502"/>
                  <a:pt x="434340" y="2941320"/>
                </a:cubicBezTo>
                <a:cubicBezTo>
                  <a:pt x="455686" y="2916417"/>
                  <a:pt x="455210" y="2912102"/>
                  <a:pt x="472440" y="2887980"/>
                </a:cubicBezTo>
                <a:cubicBezTo>
                  <a:pt x="493711" y="2858201"/>
                  <a:pt x="500982" y="2853755"/>
                  <a:pt x="518160" y="2819400"/>
                </a:cubicBezTo>
                <a:cubicBezTo>
                  <a:pt x="521752" y="2812216"/>
                  <a:pt x="520762" y="2802812"/>
                  <a:pt x="525780" y="2796540"/>
                </a:cubicBezTo>
                <a:cubicBezTo>
                  <a:pt x="541488" y="2776905"/>
                  <a:pt x="579120" y="2743200"/>
                  <a:pt x="579120" y="2743200"/>
                </a:cubicBezTo>
                <a:cubicBezTo>
                  <a:pt x="585893" y="2722880"/>
                  <a:pt x="589425" y="2708692"/>
                  <a:pt x="601980" y="2689860"/>
                </a:cubicBezTo>
                <a:cubicBezTo>
                  <a:pt x="611002" y="2676328"/>
                  <a:pt x="623438" y="2665292"/>
                  <a:pt x="632460" y="2651760"/>
                </a:cubicBezTo>
                <a:cubicBezTo>
                  <a:pt x="672579" y="2591582"/>
                  <a:pt x="620638" y="2648342"/>
                  <a:pt x="670560" y="2598420"/>
                </a:cubicBezTo>
                <a:cubicBezTo>
                  <a:pt x="693867" y="2528500"/>
                  <a:pt x="654908" y="2637344"/>
                  <a:pt x="701040" y="2545080"/>
                </a:cubicBezTo>
                <a:cubicBezTo>
                  <a:pt x="731741" y="2483678"/>
                  <a:pt x="680194" y="2543066"/>
                  <a:pt x="731520" y="2491740"/>
                </a:cubicBezTo>
                <a:cubicBezTo>
                  <a:pt x="749390" y="2438129"/>
                  <a:pt x="726132" y="2504312"/>
                  <a:pt x="754380" y="2438400"/>
                </a:cubicBezTo>
                <a:cubicBezTo>
                  <a:pt x="757544" y="2431017"/>
                  <a:pt x="758408" y="2422724"/>
                  <a:pt x="762000" y="2415540"/>
                </a:cubicBezTo>
                <a:cubicBezTo>
                  <a:pt x="766096" y="2407349"/>
                  <a:pt x="773521" y="2401049"/>
                  <a:pt x="777240" y="2392680"/>
                </a:cubicBezTo>
                <a:cubicBezTo>
                  <a:pt x="783764" y="2378000"/>
                  <a:pt x="787400" y="2362200"/>
                  <a:pt x="792480" y="2346960"/>
                </a:cubicBezTo>
                <a:cubicBezTo>
                  <a:pt x="795020" y="2339340"/>
                  <a:pt x="796508" y="2331284"/>
                  <a:pt x="800100" y="2324100"/>
                </a:cubicBezTo>
                <a:cubicBezTo>
                  <a:pt x="805180" y="2313940"/>
                  <a:pt x="810865" y="2304061"/>
                  <a:pt x="815340" y="2293620"/>
                </a:cubicBezTo>
                <a:cubicBezTo>
                  <a:pt x="826103" y="2268507"/>
                  <a:pt x="833645" y="2220399"/>
                  <a:pt x="838200" y="2202180"/>
                </a:cubicBezTo>
                <a:cubicBezTo>
                  <a:pt x="840148" y="2194388"/>
                  <a:pt x="843280" y="2186940"/>
                  <a:pt x="845820" y="2179320"/>
                </a:cubicBezTo>
                <a:cubicBezTo>
                  <a:pt x="859733" y="1984532"/>
                  <a:pt x="858836" y="2044344"/>
                  <a:pt x="845820" y="1744980"/>
                </a:cubicBezTo>
                <a:cubicBezTo>
                  <a:pt x="845471" y="1736955"/>
                  <a:pt x="839942" y="1729961"/>
                  <a:pt x="838200" y="1722120"/>
                </a:cubicBezTo>
                <a:cubicBezTo>
                  <a:pt x="823020" y="1653810"/>
                  <a:pt x="841675" y="1698589"/>
                  <a:pt x="815340" y="1645920"/>
                </a:cubicBezTo>
                <a:cubicBezTo>
                  <a:pt x="812442" y="1631429"/>
                  <a:pt x="807910" y="1600581"/>
                  <a:pt x="800100" y="1584960"/>
                </a:cubicBezTo>
                <a:cubicBezTo>
                  <a:pt x="796004" y="1576769"/>
                  <a:pt x="789404" y="1570051"/>
                  <a:pt x="784860" y="1562100"/>
                </a:cubicBezTo>
                <a:cubicBezTo>
                  <a:pt x="779224" y="1552237"/>
                  <a:pt x="775256" y="1541483"/>
                  <a:pt x="769620" y="1531620"/>
                </a:cubicBezTo>
                <a:cubicBezTo>
                  <a:pt x="765076" y="1523669"/>
                  <a:pt x="759234" y="1516526"/>
                  <a:pt x="754380" y="1508760"/>
                </a:cubicBezTo>
                <a:cubicBezTo>
                  <a:pt x="746530" y="1496201"/>
                  <a:pt x="739370" y="1483219"/>
                  <a:pt x="731520" y="1470660"/>
                </a:cubicBezTo>
                <a:cubicBezTo>
                  <a:pt x="726666" y="1462894"/>
                  <a:pt x="720376" y="1455991"/>
                  <a:pt x="716280" y="1447800"/>
                </a:cubicBezTo>
                <a:cubicBezTo>
                  <a:pt x="712688" y="1440616"/>
                  <a:pt x="712252" y="1432124"/>
                  <a:pt x="708660" y="1424940"/>
                </a:cubicBezTo>
                <a:cubicBezTo>
                  <a:pt x="704564" y="1416749"/>
                  <a:pt x="698274" y="1409846"/>
                  <a:pt x="693420" y="1402080"/>
                </a:cubicBezTo>
                <a:cubicBezTo>
                  <a:pt x="685570" y="1389521"/>
                  <a:pt x="679653" y="1375671"/>
                  <a:pt x="670560" y="1363980"/>
                </a:cubicBezTo>
                <a:cubicBezTo>
                  <a:pt x="661739" y="1352638"/>
                  <a:pt x="648901" y="1344842"/>
                  <a:pt x="640080" y="1333500"/>
                </a:cubicBezTo>
                <a:cubicBezTo>
                  <a:pt x="622731" y="1311194"/>
                  <a:pt x="619114" y="1293101"/>
                  <a:pt x="601980" y="1272540"/>
                </a:cubicBezTo>
                <a:cubicBezTo>
                  <a:pt x="575349" y="1240583"/>
                  <a:pt x="582799" y="1260874"/>
                  <a:pt x="563880" y="1226820"/>
                </a:cubicBezTo>
                <a:cubicBezTo>
                  <a:pt x="532167" y="1169737"/>
                  <a:pt x="557754" y="1192256"/>
                  <a:pt x="518160" y="1165860"/>
                </a:cubicBezTo>
                <a:cubicBezTo>
                  <a:pt x="505045" y="1146187"/>
                  <a:pt x="481745" y="1109406"/>
                  <a:pt x="464820" y="1089660"/>
                </a:cubicBezTo>
                <a:cubicBezTo>
                  <a:pt x="457807" y="1081478"/>
                  <a:pt x="448973" y="1074982"/>
                  <a:pt x="441960" y="1066800"/>
                </a:cubicBezTo>
                <a:cubicBezTo>
                  <a:pt x="433695" y="1057157"/>
                  <a:pt x="426482" y="1046654"/>
                  <a:pt x="419100" y="1036320"/>
                </a:cubicBezTo>
                <a:cubicBezTo>
                  <a:pt x="413777" y="1028868"/>
                  <a:pt x="409723" y="1020495"/>
                  <a:pt x="403860" y="1013460"/>
                </a:cubicBezTo>
                <a:cubicBezTo>
                  <a:pt x="396961" y="1005181"/>
                  <a:pt x="387899" y="998879"/>
                  <a:pt x="381000" y="990600"/>
                </a:cubicBezTo>
                <a:cubicBezTo>
                  <a:pt x="375137" y="983565"/>
                  <a:pt x="371623" y="974775"/>
                  <a:pt x="365760" y="967740"/>
                </a:cubicBezTo>
                <a:cubicBezTo>
                  <a:pt x="358861" y="959461"/>
                  <a:pt x="349996" y="952990"/>
                  <a:pt x="342900" y="944880"/>
                </a:cubicBezTo>
                <a:cubicBezTo>
                  <a:pt x="332190" y="932640"/>
                  <a:pt x="323225" y="918936"/>
                  <a:pt x="312420" y="906780"/>
                </a:cubicBezTo>
                <a:cubicBezTo>
                  <a:pt x="302874" y="896041"/>
                  <a:pt x="291291" y="887209"/>
                  <a:pt x="281940" y="876300"/>
                </a:cubicBezTo>
                <a:cubicBezTo>
                  <a:pt x="275980" y="869347"/>
                  <a:pt x="273176" y="859916"/>
                  <a:pt x="266700" y="853440"/>
                </a:cubicBezTo>
                <a:cubicBezTo>
                  <a:pt x="257248" y="843988"/>
                  <a:pt x="226340" y="823993"/>
                  <a:pt x="213360" y="815340"/>
                </a:cubicBezTo>
                <a:cubicBezTo>
                  <a:pt x="177800" y="762000"/>
                  <a:pt x="198120" y="779780"/>
                  <a:pt x="160020" y="754380"/>
                </a:cubicBezTo>
                <a:cubicBezTo>
                  <a:pt x="154940" y="746760"/>
                  <a:pt x="149324" y="739471"/>
                  <a:pt x="144780" y="731520"/>
                </a:cubicBezTo>
                <a:cubicBezTo>
                  <a:pt x="131229" y="707806"/>
                  <a:pt x="131177" y="698433"/>
                  <a:pt x="114300" y="678180"/>
                </a:cubicBezTo>
                <a:cubicBezTo>
                  <a:pt x="90548" y="649677"/>
                  <a:pt x="88733" y="662440"/>
                  <a:pt x="76200" y="624840"/>
                </a:cubicBezTo>
                <a:cubicBezTo>
                  <a:pt x="47098" y="537534"/>
                  <a:pt x="77668" y="588942"/>
                  <a:pt x="45720" y="541020"/>
                </a:cubicBezTo>
                <a:cubicBezTo>
                  <a:pt x="40758" y="496361"/>
                  <a:pt x="37729" y="462591"/>
                  <a:pt x="30480" y="419100"/>
                </a:cubicBezTo>
                <a:cubicBezTo>
                  <a:pt x="28351" y="406325"/>
                  <a:pt x="24758" y="393812"/>
                  <a:pt x="22860" y="381000"/>
                </a:cubicBezTo>
                <a:cubicBezTo>
                  <a:pt x="14595" y="325212"/>
                  <a:pt x="0" y="213360"/>
                  <a:pt x="0" y="213360"/>
                </a:cubicBezTo>
                <a:lnTo>
                  <a:pt x="7620" y="0"/>
                </a:ln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2500298" y="1357298"/>
            <a:ext cx="228539" cy="1756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9" idx="2"/>
          </p:cNvCxnSpPr>
          <p:nvPr/>
        </p:nvCxnSpPr>
        <p:spPr>
          <a:xfrm rot="16200000" flipH="1">
            <a:off x="1921536" y="2993114"/>
            <a:ext cx="2093888" cy="206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714612" y="422357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55" name="직사각형 54"/>
          <p:cNvSpPr/>
          <p:nvPr/>
        </p:nvSpPr>
        <p:spPr>
          <a:xfrm>
            <a:off x="3143240" y="4295009"/>
            <a:ext cx="642942" cy="1428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3929058" y="4295009"/>
            <a:ext cx="428628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입력</a:t>
            </a:r>
            <a:endParaRPr lang="ko-KR" altLang="en-US" sz="800" dirty="0"/>
          </a:p>
        </p:txBody>
      </p:sp>
      <p:sp>
        <p:nvSpPr>
          <p:cNvPr id="57" name="TextBox 56"/>
          <p:cNvSpPr txBox="1"/>
          <p:nvPr/>
        </p:nvSpPr>
        <p:spPr>
          <a:xfrm>
            <a:off x="2714612" y="407194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A0101</a:t>
            </a:r>
            <a:endParaRPr lang="ko-KR" altLang="en-US" sz="1000" b="1" dirty="0"/>
          </a:p>
        </p:txBody>
      </p:sp>
      <p:pic>
        <p:nvPicPr>
          <p:cNvPr id="5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50" y="5192764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" name="직사각형 58"/>
          <p:cNvSpPr/>
          <p:nvPr/>
        </p:nvSpPr>
        <p:spPr>
          <a:xfrm>
            <a:off x="3143240" y="5487269"/>
            <a:ext cx="642942" cy="1428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3929058" y="5487269"/>
            <a:ext cx="428628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입력</a:t>
            </a:r>
            <a:endParaRPr lang="ko-KR" altLang="en-US" sz="800" dirty="0"/>
          </a:p>
        </p:txBody>
      </p:sp>
      <p:sp>
        <p:nvSpPr>
          <p:cNvPr id="61" name="TextBox 60"/>
          <p:cNvSpPr txBox="1"/>
          <p:nvPr/>
        </p:nvSpPr>
        <p:spPr>
          <a:xfrm>
            <a:off x="2643174" y="53578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714612" y="521495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A0201</a:t>
            </a:r>
            <a:endParaRPr lang="ko-KR" altLang="en-US" sz="1000" b="1" dirty="0"/>
          </a:p>
        </p:txBody>
      </p:sp>
      <p:sp>
        <p:nvSpPr>
          <p:cNvPr id="64" name="자유형 63"/>
          <p:cNvSpPr/>
          <p:nvPr/>
        </p:nvSpPr>
        <p:spPr>
          <a:xfrm>
            <a:off x="2712720" y="2118360"/>
            <a:ext cx="308392" cy="3147060"/>
          </a:xfrm>
          <a:custGeom>
            <a:avLst/>
            <a:gdLst>
              <a:gd name="connsiteX0" fmla="*/ 106680 w 308392"/>
              <a:gd name="connsiteY0" fmla="*/ 0 h 3147060"/>
              <a:gd name="connsiteX1" fmla="*/ 106680 w 308392"/>
              <a:gd name="connsiteY1" fmla="*/ 251460 h 3147060"/>
              <a:gd name="connsiteX2" fmla="*/ 91440 w 308392"/>
              <a:gd name="connsiteY2" fmla="*/ 396240 h 3147060"/>
              <a:gd name="connsiteX3" fmla="*/ 83820 w 308392"/>
              <a:gd name="connsiteY3" fmla="*/ 502920 h 3147060"/>
              <a:gd name="connsiteX4" fmla="*/ 76200 w 308392"/>
              <a:gd name="connsiteY4" fmla="*/ 533400 h 3147060"/>
              <a:gd name="connsiteX5" fmla="*/ 60960 w 308392"/>
              <a:gd name="connsiteY5" fmla="*/ 640080 h 3147060"/>
              <a:gd name="connsiteX6" fmla="*/ 45720 w 308392"/>
              <a:gd name="connsiteY6" fmla="*/ 708660 h 3147060"/>
              <a:gd name="connsiteX7" fmla="*/ 30480 w 308392"/>
              <a:gd name="connsiteY7" fmla="*/ 838200 h 3147060"/>
              <a:gd name="connsiteX8" fmla="*/ 22860 w 308392"/>
              <a:gd name="connsiteY8" fmla="*/ 868680 h 3147060"/>
              <a:gd name="connsiteX9" fmla="*/ 0 w 308392"/>
              <a:gd name="connsiteY9" fmla="*/ 1013460 h 3147060"/>
              <a:gd name="connsiteX10" fmla="*/ 7620 w 308392"/>
              <a:gd name="connsiteY10" fmla="*/ 2339340 h 3147060"/>
              <a:gd name="connsiteX11" fmla="*/ 22860 w 308392"/>
              <a:gd name="connsiteY11" fmla="*/ 2400300 h 3147060"/>
              <a:gd name="connsiteX12" fmla="*/ 30480 w 308392"/>
              <a:gd name="connsiteY12" fmla="*/ 2423160 h 3147060"/>
              <a:gd name="connsiteX13" fmla="*/ 38100 w 308392"/>
              <a:gd name="connsiteY13" fmla="*/ 2453640 h 3147060"/>
              <a:gd name="connsiteX14" fmla="*/ 53340 w 308392"/>
              <a:gd name="connsiteY14" fmla="*/ 2491740 h 3147060"/>
              <a:gd name="connsiteX15" fmla="*/ 60960 w 308392"/>
              <a:gd name="connsiteY15" fmla="*/ 2529840 h 3147060"/>
              <a:gd name="connsiteX16" fmla="*/ 83820 w 308392"/>
              <a:gd name="connsiteY16" fmla="*/ 2598420 h 3147060"/>
              <a:gd name="connsiteX17" fmla="*/ 99060 w 308392"/>
              <a:gd name="connsiteY17" fmla="*/ 2651760 h 3147060"/>
              <a:gd name="connsiteX18" fmla="*/ 114300 w 308392"/>
              <a:gd name="connsiteY18" fmla="*/ 2697480 h 3147060"/>
              <a:gd name="connsiteX19" fmla="*/ 121920 w 308392"/>
              <a:gd name="connsiteY19" fmla="*/ 2727960 h 3147060"/>
              <a:gd name="connsiteX20" fmla="*/ 137160 w 308392"/>
              <a:gd name="connsiteY20" fmla="*/ 2750820 h 3147060"/>
              <a:gd name="connsiteX21" fmla="*/ 160020 w 308392"/>
              <a:gd name="connsiteY21" fmla="*/ 2811780 h 3147060"/>
              <a:gd name="connsiteX22" fmla="*/ 167640 w 308392"/>
              <a:gd name="connsiteY22" fmla="*/ 2834640 h 3147060"/>
              <a:gd name="connsiteX23" fmla="*/ 182880 w 308392"/>
              <a:gd name="connsiteY23" fmla="*/ 2887980 h 3147060"/>
              <a:gd name="connsiteX24" fmla="*/ 198120 w 308392"/>
              <a:gd name="connsiteY24" fmla="*/ 2918460 h 3147060"/>
              <a:gd name="connsiteX25" fmla="*/ 205740 w 308392"/>
              <a:gd name="connsiteY25" fmla="*/ 2941320 h 3147060"/>
              <a:gd name="connsiteX26" fmla="*/ 220980 w 308392"/>
              <a:gd name="connsiteY26" fmla="*/ 2964180 h 3147060"/>
              <a:gd name="connsiteX27" fmla="*/ 236220 w 308392"/>
              <a:gd name="connsiteY27" fmla="*/ 3025140 h 3147060"/>
              <a:gd name="connsiteX28" fmla="*/ 259080 w 308392"/>
              <a:gd name="connsiteY28" fmla="*/ 3055620 h 3147060"/>
              <a:gd name="connsiteX29" fmla="*/ 281940 w 308392"/>
              <a:gd name="connsiteY29" fmla="*/ 3108960 h 3147060"/>
              <a:gd name="connsiteX30" fmla="*/ 304800 w 308392"/>
              <a:gd name="connsiteY30" fmla="*/ 3147060 h 314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8392" h="3147060">
                <a:moveTo>
                  <a:pt x="106680" y="0"/>
                </a:moveTo>
                <a:cubicBezTo>
                  <a:pt x="137823" y="93428"/>
                  <a:pt x="120143" y="31559"/>
                  <a:pt x="106680" y="251460"/>
                </a:cubicBezTo>
                <a:cubicBezTo>
                  <a:pt x="103715" y="299896"/>
                  <a:pt x="95833" y="347913"/>
                  <a:pt x="91440" y="396240"/>
                </a:cubicBezTo>
                <a:cubicBezTo>
                  <a:pt x="88212" y="431744"/>
                  <a:pt x="87757" y="467487"/>
                  <a:pt x="83820" y="502920"/>
                </a:cubicBezTo>
                <a:cubicBezTo>
                  <a:pt x="82663" y="513329"/>
                  <a:pt x="77922" y="523070"/>
                  <a:pt x="76200" y="533400"/>
                </a:cubicBezTo>
                <a:cubicBezTo>
                  <a:pt x="70295" y="568832"/>
                  <a:pt x="68005" y="604857"/>
                  <a:pt x="60960" y="640080"/>
                </a:cubicBezTo>
                <a:cubicBezTo>
                  <a:pt x="51286" y="688449"/>
                  <a:pt x="56481" y="665615"/>
                  <a:pt x="45720" y="708660"/>
                </a:cubicBezTo>
                <a:cubicBezTo>
                  <a:pt x="40640" y="751840"/>
                  <a:pt x="36629" y="795159"/>
                  <a:pt x="30480" y="838200"/>
                </a:cubicBezTo>
                <a:cubicBezTo>
                  <a:pt x="28999" y="848567"/>
                  <a:pt x="24159" y="858288"/>
                  <a:pt x="22860" y="868680"/>
                </a:cubicBezTo>
                <a:cubicBezTo>
                  <a:pt x="5566" y="1007032"/>
                  <a:pt x="28563" y="913490"/>
                  <a:pt x="0" y="1013460"/>
                </a:cubicBezTo>
                <a:cubicBezTo>
                  <a:pt x="2540" y="1455420"/>
                  <a:pt x="336" y="1897433"/>
                  <a:pt x="7620" y="2339340"/>
                </a:cubicBezTo>
                <a:cubicBezTo>
                  <a:pt x="7965" y="2360283"/>
                  <a:pt x="17349" y="2380093"/>
                  <a:pt x="22860" y="2400300"/>
                </a:cubicBezTo>
                <a:cubicBezTo>
                  <a:pt x="24973" y="2408049"/>
                  <a:pt x="28273" y="2415437"/>
                  <a:pt x="30480" y="2423160"/>
                </a:cubicBezTo>
                <a:cubicBezTo>
                  <a:pt x="33357" y="2433230"/>
                  <a:pt x="34788" y="2443705"/>
                  <a:pt x="38100" y="2453640"/>
                </a:cubicBezTo>
                <a:cubicBezTo>
                  <a:pt x="42425" y="2466616"/>
                  <a:pt x="49410" y="2478639"/>
                  <a:pt x="53340" y="2491740"/>
                </a:cubicBezTo>
                <a:cubicBezTo>
                  <a:pt x="57062" y="2504145"/>
                  <a:pt x="57552" y="2517345"/>
                  <a:pt x="60960" y="2529840"/>
                </a:cubicBezTo>
                <a:cubicBezTo>
                  <a:pt x="83820" y="2613660"/>
                  <a:pt x="68580" y="2545080"/>
                  <a:pt x="83820" y="2598420"/>
                </a:cubicBezTo>
                <a:cubicBezTo>
                  <a:pt x="88900" y="2616200"/>
                  <a:pt x="93622" y="2634086"/>
                  <a:pt x="99060" y="2651760"/>
                </a:cubicBezTo>
                <a:cubicBezTo>
                  <a:pt x="103784" y="2667114"/>
                  <a:pt x="109684" y="2682093"/>
                  <a:pt x="114300" y="2697480"/>
                </a:cubicBezTo>
                <a:cubicBezTo>
                  <a:pt x="117309" y="2707511"/>
                  <a:pt x="117795" y="2718334"/>
                  <a:pt x="121920" y="2727960"/>
                </a:cubicBezTo>
                <a:cubicBezTo>
                  <a:pt x="125528" y="2736378"/>
                  <a:pt x="132080" y="2743200"/>
                  <a:pt x="137160" y="2750820"/>
                </a:cubicBezTo>
                <a:cubicBezTo>
                  <a:pt x="151209" y="2807015"/>
                  <a:pt x="136112" y="2755994"/>
                  <a:pt x="160020" y="2811780"/>
                </a:cubicBezTo>
                <a:cubicBezTo>
                  <a:pt x="163184" y="2819163"/>
                  <a:pt x="165332" y="2826947"/>
                  <a:pt x="167640" y="2834640"/>
                </a:cubicBezTo>
                <a:cubicBezTo>
                  <a:pt x="172953" y="2852352"/>
                  <a:pt x="176561" y="2870602"/>
                  <a:pt x="182880" y="2887980"/>
                </a:cubicBezTo>
                <a:cubicBezTo>
                  <a:pt x="186762" y="2898655"/>
                  <a:pt x="193645" y="2908019"/>
                  <a:pt x="198120" y="2918460"/>
                </a:cubicBezTo>
                <a:cubicBezTo>
                  <a:pt x="201284" y="2925843"/>
                  <a:pt x="202148" y="2934136"/>
                  <a:pt x="205740" y="2941320"/>
                </a:cubicBezTo>
                <a:cubicBezTo>
                  <a:pt x="209836" y="2949511"/>
                  <a:pt x="216884" y="2955989"/>
                  <a:pt x="220980" y="2964180"/>
                </a:cubicBezTo>
                <a:cubicBezTo>
                  <a:pt x="248562" y="3019344"/>
                  <a:pt x="201441" y="2946886"/>
                  <a:pt x="236220" y="3025140"/>
                </a:cubicBezTo>
                <a:cubicBezTo>
                  <a:pt x="241378" y="3036745"/>
                  <a:pt x="251460" y="3045460"/>
                  <a:pt x="259080" y="3055620"/>
                </a:cubicBezTo>
                <a:cubicBezTo>
                  <a:pt x="266342" y="3084669"/>
                  <a:pt x="263146" y="3086407"/>
                  <a:pt x="281940" y="3108960"/>
                </a:cubicBezTo>
                <a:cubicBezTo>
                  <a:pt x="308392" y="3140703"/>
                  <a:pt x="304800" y="3118550"/>
                  <a:pt x="304800" y="314706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3143240" y="421481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 smtClean="0"/>
              <a:t>장준녕</a:t>
            </a:r>
            <a:endParaRPr lang="ko-KR" altLang="en-US" sz="1000" b="1" dirty="0"/>
          </a:p>
        </p:txBody>
      </p:sp>
      <p:sp>
        <p:nvSpPr>
          <p:cNvPr id="66" name="폭발 2 65"/>
          <p:cNvSpPr/>
          <p:nvPr/>
        </p:nvSpPr>
        <p:spPr>
          <a:xfrm>
            <a:off x="4143372" y="4143380"/>
            <a:ext cx="214314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2786050" y="271462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3143240" y="535782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/>
              <a:t>주현석</a:t>
            </a:r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 rot="5400000" flipH="1" flipV="1">
            <a:off x="3178959" y="3036091"/>
            <a:ext cx="214314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4217660" y="2357430"/>
            <a:ext cx="2140290" cy="14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V="1">
            <a:off x="4357686" y="3429000"/>
            <a:ext cx="2071702" cy="14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786182" y="1785926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세션에 있니</a:t>
            </a:r>
            <a:r>
              <a:rPr lang="en-US" altLang="ko-KR" sz="900" dirty="0" smtClean="0"/>
              <a:t>?</a:t>
            </a:r>
            <a:endParaRPr lang="ko-KR" altLang="en-US" sz="900" dirty="0"/>
          </a:p>
        </p:txBody>
      </p:sp>
      <p:sp>
        <p:nvSpPr>
          <p:cNvPr id="80" name="TextBox 79"/>
          <p:cNvSpPr txBox="1"/>
          <p:nvPr/>
        </p:nvSpPr>
        <p:spPr>
          <a:xfrm>
            <a:off x="5143504" y="1357298"/>
            <a:ext cx="2494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&lt;%</a:t>
            </a:r>
          </a:p>
          <a:p>
            <a:r>
              <a:rPr lang="en-US" altLang="ko-KR" sz="900" dirty="0" smtClean="0"/>
              <a:t>String name=</a:t>
            </a:r>
            <a:r>
              <a:rPr lang="en-US" altLang="ko-KR" sz="900" dirty="0" err="1" smtClean="0"/>
              <a:t>request.getParameter</a:t>
            </a:r>
            <a:r>
              <a:rPr lang="en-US" altLang="ko-KR" sz="900" dirty="0" smtClean="0"/>
              <a:t>(“name”);</a:t>
            </a:r>
          </a:p>
          <a:p>
            <a:r>
              <a:rPr lang="en-US" altLang="ko-KR" sz="900" dirty="0" err="1" smtClean="0"/>
              <a:t>session.setAttribute</a:t>
            </a:r>
            <a:r>
              <a:rPr lang="en-US" altLang="ko-KR" sz="900" dirty="0" smtClean="0"/>
              <a:t>(“name”, name );</a:t>
            </a:r>
            <a:endParaRPr lang="en-US" altLang="ko-KR" sz="900" dirty="0"/>
          </a:p>
          <a:p>
            <a:r>
              <a:rPr lang="en-US" altLang="ko-KR" sz="900" dirty="0" smtClean="0"/>
              <a:t>%&gt;</a:t>
            </a:r>
            <a:endParaRPr lang="ko-KR" altLang="en-US" sz="900" dirty="0"/>
          </a:p>
        </p:txBody>
      </p:sp>
      <p:cxnSp>
        <p:nvCxnSpPr>
          <p:cNvPr id="82" name="직선 화살표 연결선 81"/>
          <p:cNvCxnSpPr>
            <a:stCxn id="79" idx="0"/>
          </p:cNvCxnSpPr>
          <p:nvPr/>
        </p:nvCxnSpPr>
        <p:spPr>
          <a:xfrm rot="16200000" flipV="1">
            <a:off x="3577647" y="1137205"/>
            <a:ext cx="642942" cy="6544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000496" y="278605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cxnSp>
        <p:nvCxnSpPr>
          <p:cNvPr id="85" name="직선 화살표 연결선 84"/>
          <p:cNvCxnSpPr/>
          <p:nvPr/>
        </p:nvCxnSpPr>
        <p:spPr>
          <a:xfrm flipV="1">
            <a:off x="4214810" y="1500174"/>
            <a:ext cx="57150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rot="16200000" flipH="1">
            <a:off x="4107653" y="3036091"/>
            <a:ext cx="192882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857752" y="414338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A0101</a:t>
            </a:r>
            <a:endParaRPr lang="ko-KR" altLang="en-US" sz="10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4857752" y="4286256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 smtClean="0"/>
              <a:t>장준녕님</a:t>
            </a:r>
            <a:r>
              <a:rPr lang="ko-KR" altLang="en-US" sz="1000" b="1" dirty="0" smtClean="0"/>
              <a:t> </a:t>
            </a:r>
            <a:r>
              <a:rPr lang="ko-KR" altLang="en-US" sz="1000" b="1" dirty="0" err="1" smtClean="0"/>
              <a:t>어서오고</a:t>
            </a:r>
            <a:endParaRPr lang="en-US" altLang="ko-KR" sz="1000" b="1" dirty="0" smtClean="0"/>
          </a:p>
          <a:p>
            <a:r>
              <a:rPr lang="ko-KR" altLang="en-US" sz="1000" b="1" dirty="0" smtClean="0"/>
              <a:t>작업</a:t>
            </a:r>
            <a:endParaRPr lang="ko-KR" altLang="en-US" sz="1000" b="1" dirty="0"/>
          </a:p>
        </p:txBody>
      </p:sp>
      <p:sp>
        <p:nvSpPr>
          <p:cNvPr id="91" name="폭발 2 90"/>
          <p:cNvSpPr/>
          <p:nvPr/>
        </p:nvSpPr>
        <p:spPr>
          <a:xfrm>
            <a:off x="4071934" y="5357826"/>
            <a:ext cx="142876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자유형 92"/>
          <p:cNvSpPr/>
          <p:nvPr/>
        </p:nvSpPr>
        <p:spPr>
          <a:xfrm>
            <a:off x="4211790" y="2247900"/>
            <a:ext cx="314490" cy="3147060"/>
          </a:xfrm>
          <a:custGeom>
            <a:avLst/>
            <a:gdLst>
              <a:gd name="connsiteX0" fmla="*/ 17310 w 314490"/>
              <a:gd name="connsiteY0" fmla="*/ 3147060 h 3147060"/>
              <a:gd name="connsiteX1" fmla="*/ 2070 w 314490"/>
              <a:gd name="connsiteY1" fmla="*/ 3108960 h 3147060"/>
              <a:gd name="connsiteX2" fmla="*/ 9690 w 314490"/>
              <a:gd name="connsiteY2" fmla="*/ 2941320 h 3147060"/>
              <a:gd name="connsiteX3" fmla="*/ 24930 w 314490"/>
              <a:gd name="connsiteY3" fmla="*/ 2895600 h 3147060"/>
              <a:gd name="connsiteX4" fmla="*/ 47790 w 314490"/>
              <a:gd name="connsiteY4" fmla="*/ 2834640 h 3147060"/>
              <a:gd name="connsiteX5" fmla="*/ 55410 w 314490"/>
              <a:gd name="connsiteY5" fmla="*/ 2781300 h 3147060"/>
              <a:gd name="connsiteX6" fmla="*/ 70650 w 314490"/>
              <a:gd name="connsiteY6" fmla="*/ 2758440 h 3147060"/>
              <a:gd name="connsiteX7" fmla="*/ 85890 w 314490"/>
              <a:gd name="connsiteY7" fmla="*/ 2689860 h 3147060"/>
              <a:gd name="connsiteX8" fmla="*/ 108750 w 314490"/>
              <a:gd name="connsiteY8" fmla="*/ 2667000 h 3147060"/>
              <a:gd name="connsiteX9" fmla="*/ 116370 w 314490"/>
              <a:gd name="connsiteY9" fmla="*/ 2628900 h 3147060"/>
              <a:gd name="connsiteX10" fmla="*/ 131610 w 314490"/>
              <a:gd name="connsiteY10" fmla="*/ 2606040 h 3147060"/>
              <a:gd name="connsiteX11" fmla="*/ 139230 w 314490"/>
              <a:gd name="connsiteY11" fmla="*/ 2552700 h 3147060"/>
              <a:gd name="connsiteX12" fmla="*/ 162090 w 314490"/>
              <a:gd name="connsiteY12" fmla="*/ 2484120 h 3147060"/>
              <a:gd name="connsiteX13" fmla="*/ 177330 w 314490"/>
              <a:gd name="connsiteY13" fmla="*/ 2415540 h 3147060"/>
              <a:gd name="connsiteX14" fmla="*/ 192570 w 314490"/>
              <a:gd name="connsiteY14" fmla="*/ 2392680 h 3147060"/>
              <a:gd name="connsiteX15" fmla="*/ 207810 w 314490"/>
              <a:gd name="connsiteY15" fmla="*/ 2346960 h 3147060"/>
              <a:gd name="connsiteX16" fmla="*/ 223050 w 314490"/>
              <a:gd name="connsiteY16" fmla="*/ 2301240 h 3147060"/>
              <a:gd name="connsiteX17" fmla="*/ 238290 w 314490"/>
              <a:gd name="connsiteY17" fmla="*/ 2209800 h 3147060"/>
              <a:gd name="connsiteX18" fmla="*/ 253530 w 314490"/>
              <a:gd name="connsiteY18" fmla="*/ 2164080 h 3147060"/>
              <a:gd name="connsiteX19" fmla="*/ 261150 w 314490"/>
              <a:gd name="connsiteY19" fmla="*/ 2125980 h 3147060"/>
              <a:gd name="connsiteX20" fmla="*/ 276390 w 314490"/>
              <a:gd name="connsiteY20" fmla="*/ 2080260 h 3147060"/>
              <a:gd name="connsiteX21" fmla="*/ 284010 w 314490"/>
              <a:gd name="connsiteY21" fmla="*/ 2057400 h 3147060"/>
              <a:gd name="connsiteX22" fmla="*/ 291630 w 314490"/>
              <a:gd name="connsiteY22" fmla="*/ 1988820 h 3147060"/>
              <a:gd name="connsiteX23" fmla="*/ 314490 w 314490"/>
              <a:gd name="connsiteY23" fmla="*/ 1844040 h 3147060"/>
              <a:gd name="connsiteX24" fmla="*/ 306870 w 314490"/>
              <a:gd name="connsiteY24" fmla="*/ 1028700 h 3147060"/>
              <a:gd name="connsiteX25" fmla="*/ 284010 w 314490"/>
              <a:gd name="connsiteY25" fmla="*/ 891540 h 3147060"/>
              <a:gd name="connsiteX26" fmla="*/ 276390 w 314490"/>
              <a:gd name="connsiteY26" fmla="*/ 800100 h 3147060"/>
              <a:gd name="connsiteX27" fmla="*/ 261150 w 314490"/>
              <a:gd name="connsiteY27" fmla="*/ 708660 h 3147060"/>
              <a:gd name="connsiteX28" fmla="*/ 245910 w 314490"/>
              <a:gd name="connsiteY28" fmla="*/ 609600 h 3147060"/>
              <a:gd name="connsiteX29" fmla="*/ 238290 w 314490"/>
              <a:gd name="connsiteY29" fmla="*/ 495300 h 3147060"/>
              <a:gd name="connsiteX30" fmla="*/ 230670 w 314490"/>
              <a:gd name="connsiteY30" fmla="*/ 472440 h 3147060"/>
              <a:gd name="connsiteX31" fmla="*/ 223050 w 314490"/>
              <a:gd name="connsiteY31" fmla="*/ 434340 h 3147060"/>
              <a:gd name="connsiteX32" fmla="*/ 200190 w 314490"/>
              <a:gd name="connsiteY32" fmla="*/ 312420 h 3147060"/>
              <a:gd name="connsiteX33" fmla="*/ 192570 w 314490"/>
              <a:gd name="connsiteY33" fmla="*/ 220980 h 3147060"/>
              <a:gd name="connsiteX34" fmla="*/ 184950 w 314490"/>
              <a:gd name="connsiteY34" fmla="*/ 167640 h 3147060"/>
              <a:gd name="connsiteX35" fmla="*/ 184950 w 314490"/>
              <a:gd name="connsiteY35" fmla="*/ 0 h 314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4490" h="3147060">
                <a:moveTo>
                  <a:pt x="17310" y="3147060"/>
                </a:moveTo>
                <a:cubicBezTo>
                  <a:pt x="12230" y="3134360"/>
                  <a:pt x="2576" y="3122629"/>
                  <a:pt x="2070" y="3108960"/>
                </a:cubicBezTo>
                <a:cubicBezTo>
                  <a:pt x="0" y="3053061"/>
                  <a:pt x="3731" y="2996939"/>
                  <a:pt x="9690" y="2941320"/>
                </a:cubicBezTo>
                <a:cubicBezTo>
                  <a:pt x="11401" y="2925347"/>
                  <a:pt x="18964" y="2910515"/>
                  <a:pt x="24930" y="2895600"/>
                </a:cubicBezTo>
                <a:cubicBezTo>
                  <a:pt x="43153" y="2850042"/>
                  <a:pt x="35845" y="2870476"/>
                  <a:pt x="47790" y="2834640"/>
                </a:cubicBezTo>
                <a:cubicBezTo>
                  <a:pt x="50330" y="2816860"/>
                  <a:pt x="50249" y="2798503"/>
                  <a:pt x="55410" y="2781300"/>
                </a:cubicBezTo>
                <a:cubicBezTo>
                  <a:pt x="58042" y="2772528"/>
                  <a:pt x="67754" y="2767128"/>
                  <a:pt x="70650" y="2758440"/>
                </a:cubicBezTo>
                <a:cubicBezTo>
                  <a:pt x="73416" y="2750142"/>
                  <a:pt x="76594" y="2703804"/>
                  <a:pt x="85890" y="2689860"/>
                </a:cubicBezTo>
                <a:cubicBezTo>
                  <a:pt x="91868" y="2680894"/>
                  <a:pt x="101130" y="2674620"/>
                  <a:pt x="108750" y="2667000"/>
                </a:cubicBezTo>
                <a:cubicBezTo>
                  <a:pt x="111290" y="2654300"/>
                  <a:pt x="111822" y="2641027"/>
                  <a:pt x="116370" y="2628900"/>
                </a:cubicBezTo>
                <a:cubicBezTo>
                  <a:pt x="119586" y="2620325"/>
                  <a:pt x="128978" y="2614812"/>
                  <a:pt x="131610" y="2606040"/>
                </a:cubicBezTo>
                <a:cubicBezTo>
                  <a:pt x="136771" y="2588837"/>
                  <a:pt x="136017" y="2570371"/>
                  <a:pt x="139230" y="2552700"/>
                </a:cubicBezTo>
                <a:cubicBezTo>
                  <a:pt x="148229" y="2503208"/>
                  <a:pt x="145493" y="2539444"/>
                  <a:pt x="162090" y="2484120"/>
                </a:cubicBezTo>
                <a:cubicBezTo>
                  <a:pt x="165706" y="2472065"/>
                  <a:pt x="171467" y="2429221"/>
                  <a:pt x="177330" y="2415540"/>
                </a:cubicBezTo>
                <a:cubicBezTo>
                  <a:pt x="180938" y="2407122"/>
                  <a:pt x="188851" y="2401049"/>
                  <a:pt x="192570" y="2392680"/>
                </a:cubicBezTo>
                <a:cubicBezTo>
                  <a:pt x="199094" y="2378000"/>
                  <a:pt x="202730" y="2362200"/>
                  <a:pt x="207810" y="2346960"/>
                </a:cubicBezTo>
                <a:cubicBezTo>
                  <a:pt x="212890" y="2331720"/>
                  <a:pt x="220409" y="2317086"/>
                  <a:pt x="223050" y="2301240"/>
                </a:cubicBezTo>
                <a:cubicBezTo>
                  <a:pt x="228130" y="2270760"/>
                  <a:pt x="228518" y="2239115"/>
                  <a:pt x="238290" y="2209800"/>
                </a:cubicBezTo>
                <a:cubicBezTo>
                  <a:pt x="243370" y="2194560"/>
                  <a:pt x="250380" y="2179832"/>
                  <a:pt x="253530" y="2164080"/>
                </a:cubicBezTo>
                <a:cubicBezTo>
                  <a:pt x="256070" y="2151380"/>
                  <a:pt x="257742" y="2138475"/>
                  <a:pt x="261150" y="2125980"/>
                </a:cubicBezTo>
                <a:cubicBezTo>
                  <a:pt x="265377" y="2110482"/>
                  <a:pt x="271310" y="2095500"/>
                  <a:pt x="276390" y="2080260"/>
                </a:cubicBezTo>
                <a:lnTo>
                  <a:pt x="284010" y="2057400"/>
                </a:lnTo>
                <a:cubicBezTo>
                  <a:pt x="286550" y="2034540"/>
                  <a:pt x="288377" y="2011590"/>
                  <a:pt x="291630" y="1988820"/>
                </a:cubicBezTo>
                <a:cubicBezTo>
                  <a:pt x="298540" y="1940453"/>
                  <a:pt x="314490" y="1844040"/>
                  <a:pt x="314490" y="1844040"/>
                </a:cubicBezTo>
                <a:cubicBezTo>
                  <a:pt x="311950" y="1572260"/>
                  <a:pt x="311476" y="1300453"/>
                  <a:pt x="306870" y="1028700"/>
                </a:cubicBezTo>
                <a:cubicBezTo>
                  <a:pt x="305614" y="954598"/>
                  <a:pt x="301659" y="953313"/>
                  <a:pt x="284010" y="891540"/>
                </a:cubicBezTo>
                <a:cubicBezTo>
                  <a:pt x="281470" y="861060"/>
                  <a:pt x="279592" y="830518"/>
                  <a:pt x="276390" y="800100"/>
                </a:cubicBezTo>
                <a:cubicBezTo>
                  <a:pt x="264029" y="682667"/>
                  <a:pt x="274391" y="801344"/>
                  <a:pt x="261150" y="708660"/>
                </a:cubicBezTo>
                <a:cubicBezTo>
                  <a:pt x="246522" y="606267"/>
                  <a:pt x="261773" y="673050"/>
                  <a:pt x="245910" y="609600"/>
                </a:cubicBezTo>
                <a:cubicBezTo>
                  <a:pt x="243370" y="571500"/>
                  <a:pt x="242507" y="533251"/>
                  <a:pt x="238290" y="495300"/>
                </a:cubicBezTo>
                <a:cubicBezTo>
                  <a:pt x="237403" y="487317"/>
                  <a:pt x="232618" y="480232"/>
                  <a:pt x="230670" y="472440"/>
                </a:cubicBezTo>
                <a:cubicBezTo>
                  <a:pt x="227529" y="459875"/>
                  <a:pt x="224762" y="447178"/>
                  <a:pt x="223050" y="434340"/>
                </a:cubicBezTo>
                <a:cubicBezTo>
                  <a:pt x="208710" y="326791"/>
                  <a:pt x="226725" y="392026"/>
                  <a:pt x="200190" y="312420"/>
                </a:cubicBezTo>
                <a:cubicBezTo>
                  <a:pt x="197650" y="281940"/>
                  <a:pt x="195772" y="251398"/>
                  <a:pt x="192570" y="220980"/>
                </a:cubicBezTo>
                <a:cubicBezTo>
                  <a:pt x="190690" y="203118"/>
                  <a:pt x="185569" y="185590"/>
                  <a:pt x="184950" y="167640"/>
                </a:cubicBezTo>
                <a:cubicBezTo>
                  <a:pt x="183024" y="111793"/>
                  <a:pt x="184950" y="55880"/>
                  <a:pt x="18495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자유형 93"/>
          <p:cNvSpPr/>
          <p:nvPr/>
        </p:nvSpPr>
        <p:spPr>
          <a:xfrm>
            <a:off x="4411980" y="1706880"/>
            <a:ext cx="350520" cy="83820"/>
          </a:xfrm>
          <a:custGeom>
            <a:avLst/>
            <a:gdLst>
              <a:gd name="connsiteX0" fmla="*/ 0 w 350520"/>
              <a:gd name="connsiteY0" fmla="*/ 83820 h 83820"/>
              <a:gd name="connsiteX1" fmla="*/ 7620 w 350520"/>
              <a:gd name="connsiteY1" fmla="*/ 22860 h 83820"/>
              <a:gd name="connsiteX2" fmla="*/ 60960 w 350520"/>
              <a:gd name="connsiteY2" fmla="*/ 0 h 83820"/>
              <a:gd name="connsiteX3" fmla="*/ 312420 w 350520"/>
              <a:gd name="connsiteY3" fmla="*/ 7620 h 83820"/>
              <a:gd name="connsiteX4" fmla="*/ 350520 w 350520"/>
              <a:gd name="connsiteY4" fmla="*/ 1524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520" h="83820">
                <a:moveTo>
                  <a:pt x="0" y="83820"/>
                </a:moveTo>
                <a:cubicBezTo>
                  <a:pt x="2540" y="63500"/>
                  <a:pt x="15" y="41873"/>
                  <a:pt x="7620" y="22860"/>
                </a:cubicBezTo>
                <a:cubicBezTo>
                  <a:pt x="13467" y="8242"/>
                  <a:pt x="51015" y="2486"/>
                  <a:pt x="60960" y="0"/>
                </a:cubicBezTo>
                <a:cubicBezTo>
                  <a:pt x="144780" y="2540"/>
                  <a:pt x="228677" y="3212"/>
                  <a:pt x="312420" y="7620"/>
                </a:cubicBezTo>
                <a:cubicBezTo>
                  <a:pt x="325354" y="8301"/>
                  <a:pt x="350520" y="15240"/>
                  <a:pt x="350520" y="1524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 94"/>
          <p:cNvSpPr/>
          <p:nvPr/>
        </p:nvSpPr>
        <p:spPr>
          <a:xfrm>
            <a:off x="5349240" y="1950720"/>
            <a:ext cx="883920" cy="3566160"/>
          </a:xfrm>
          <a:custGeom>
            <a:avLst/>
            <a:gdLst>
              <a:gd name="connsiteX0" fmla="*/ 60960 w 883920"/>
              <a:gd name="connsiteY0" fmla="*/ 0 h 3566160"/>
              <a:gd name="connsiteX1" fmla="*/ 129540 w 883920"/>
              <a:gd name="connsiteY1" fmla="*/ 45720 h 3566160"/>
              <a:gd name="connsiteX2" fmla="*/ 144780 w 883920"/>
              <a:gd name="connsiteY2" fmla="*/ 76200 h 3566160"/>
              <a:gd name="connsiteX3" fmla="*/ 175260 w 883920"/>
              <a:gd name="connsiteY3" fmla="*/ 114300 h 3566160"/>
              <a:gd name="connsiteX4" fmla="*/ 205740 w 883920"/>
              <a:gd name="connsiteY4" fmla="*/ 160020 h 3566160"/>
              <a:gd name="connsiteX5" fmla="*/ 220980 w 883920"/>
              <a:gd name="connsiteY5" fmla="*/ 182880 h 3566160"/>
              <a:gd name="connsiteX6" fmla="*/ 228600 w 883920"/>
              <a:gd name="connsiteY6" fmla="*/ 205740 h 3566160"/>
              <a:gd name="connsiteX7" fmla="*/ 243840 w 883920"/>
              <a:gd name="connsiteY7" fmla="*/ 236220 h 3566160"/>
              <a:gd name="connsiteX8" fmla="*/ 259080 w 883920"/>
              <a:gd name="connsiteY8" fmla="*/ 289560 h 3566160"/>
              <a:gd name="connsiteX9" fmla="*/ 266700 w 883920"/>
              <a:gd name="connsiteY9" fmla="*/ 312420 h 3566160"/>
              <a:gd name="connsiteX10" fmla="*/ 281940 w 883920"/>
              <a:gd name="connsiteY10" fmla="*/ 396240 h 3566160"/>
              <a:gd name="connsiteX11" fmla="*/ 289560 w 883920"/>
              <a:gd name="connsiteY11" fmla="*/ 434340 h 3566160"/>
              <a:gd name="connsiteX12" fmla="*/ 297180 w 883920"/>
              <a:gd name="connsiteY12" fmla="*/ 487680 h 3566160"/>
              <a:gd name="connsiteX13" fmla="*/ 304800 w 883920"/>
              <a:gd name="connsiteY13" fmla="*/ 518160 h 3566160"/>
              <a:gd name="connsiteX14" fmla="*/ 320040 w 883920"/>
              <a:gd name="connsiteY14" fmla="*/ 624840 h 3566160"/>
              <a:gd name="connsiteX15" fmla="*/ 327660 w 883920"/>
              <a:gd name="connsiteY15" fmla="*/ 662940 h 3566160"/>
              <a:gd name="connsiteX16" fmla="*/ 335280 w 883920"/>
              <a:gd name="connsiteY16" fmla="*/ 708660 h 3566160"/>
              <a:gd name="connsiteX17" fmla="*/ 358140 w 883920"/>
              <a:gd name="connsiteY17" fmla="*/ 746760 h 3566160"/>
              <a:gd name="connsiteX18" fmla="*/ 365760 w 883920"/>
              <a:gd name="connsiteY18" fmla="*/ 769620 h 3566160"/>
              <a:gd name="connsiteX19" fmla="*/ 419100 w 883920"/>
              <a:gd name="connsiteY19" fmla="*/ 868680 h 3566160"/>
              <a:gd name="connsiteX20" fmla="*/ 426720 w 883920"/>
              <a:gd name="connsiteY20" fmla="*/ 906780 h 3566160"/>
              <a:gd name="connsiteX21" fmla="*/ 449580 w 883920"/>
              <a:gd name="connsiteY21" fmla="*/ 960120 h 3566160"/>
              <a:gd name="connsiteX22" fmla="*/ 472440 w 883920"/>
              <a:gd name="connsiteY22" fmla="*/ 990600 h 3566160"/>
              <a:gd name="connsiteX23" fmla="*/ 480060 w 883920"/>
              <a:gd name="connsiteY23" fmla="*/ 1013460 h 3566160"/>
              <a:gd name="connsiteX24" fmla="*/ 487680 w 883920"/>
              <a:gd name="connsiteY24" fmla="*/ 1043940 h 3566160"/>
              <a:gd name="connsiteX25" fmla="*/ 510540 w 883920"/>
              <a:gd name="connsiteY25" fmla="*/ 1082040 h 3566160"/>
              <a:gd name="connsiteX26" fmla="*/ 548640 w 883920"/>
              <a:gd name="connsiteY26" fmla="*/ 1158240 h 3566160"/>
              <a:gd name="connsiteX27" fmla="*/ 579120 w 883920"/>
              <a:gd name="connsiteY27" fmla="*/ 1226820 h 3566160"/>
              <a:gd name="connsiteX28" fmla="*/ 601980 w 883920"/>
              <a:gd name="connsiteY28" fmla="*/ 1310640 h 3566160"/>
              <a:gd name="connsiteX29" fmla="*/ 617220 w 883920"/>
              <a:gd name="connsiteY29" fmla="*/ 1348740 h 3566160"/>
              <a:gd name="connsiteX30" fmla="*/ 624840 w 883920"/>
              <a:gd name="connsiteY30" fmla="*/ 1386840 h 3566160"/>
              <a:gd name="connsiteX31" fmla="*/ 647700 w 883920"/>
              <a:gd name="connsiteY31" fmla="*/ 1417320 h 3566160"/>
              <a:gd name="connsiteX32" fmla="*/ 685800 w 883920"/>
              <a:gd name="connsiteY32" fmla="*/ 1577340 h 3566160"/>
              <a:gd name="connsiteX33" fmla="*/ 693420 w 883920"/>
              <a:gd name="connsiteY33" fmla="*/ 1607820 h 3566160"/>
              <a:gd name="connsiteX34" fmla="*/ 716280 w 883920"/>
              <a:gd name="connsiteY34" fmla="*/ 1668780 h 3566160"/>
              <a:gd name="connsiteX35" fmla="*/ 723900 w 883920"/>
              <a:gd name="connsiteY35" fmla="*/ 1706880 h 3566160"/>
              <a:gd name="connsiteX36" fmla="*/ 746760 w 883920"/>
              <a:gd name="connsiteY36" fmla="*/ 1760220 h 3566160"/>
              <a:gd name="connsiteX37" fmla="*/ 754380 w 883920"/>
              <a:gd name="connsiteY37" fmla="*/ 1783080 h 3566160"/>
              <a:gd name="connsiteX38" fmla="*/ 784860 w 883920"/>
              <a:gd name="connsiteY38" fmla="*/ 1897380 h 3566160"/>
              <a:gd name="connsiteX39" fmla="*/ 792480 w 883920"/>
              <a:gd name="connsiteY39" fmla="*/ 1950720 h 3566160"/>
              <a:gd name="connsiteX40" fmla="*/ 807720 w 883920"/>
              <a:gd name="connsiteY40" fmla="*/ 1996440 h 3566160"/>
              <a:gd name="connsiteX41" fmla="*/ 815340 w 883920"/>
              <a:gd name="connsiteY41" fmla="*/ 2026920 h 3566160"/>
              <a:gd name="connsiteX42" fmla="*/ 822960 w 883920"/>
              <a:gd name="connsiteY42" fmla="*/ 2065020 h 3566160"/>
              <a:gd name="connsiteX43" fmla="*/ 845820 w 883920"/>
              <a:gd name="connsiteY43" fmla="*/ 2125980 h 3566160"/>
              <a:gd name="connsiteX44" fmla="*/ 853440 w 883920"/>
              <a:gd name="connsiteY44" fmla="*/ 2156460 h 3566160"/>
              <a:gd name="connsiteX45" fmla="*/ 868680 w 883920"/>
              <a:gd name="connsiteY45" fmla="*/ 2247900 h 3566160"/>
              <a:gd name="connsiteX46" fmla="*/ 876300 w 883920"/>
              <a:gd name="connsiteY46" fmla="*/ 2286000 h 3566160"/>
              <a:gd name="connsiteX47" fmla="*/ 883920 w 883920"/>
              <a:gd name="connsiteY47" fmla="*/ 2362200 h 3566160"/>
              <a:gd name="connsiteX48" fmla="*/ 876300 w 883920"/>
              <a:gd name="connsiteY48" fmla="*/ 2590800 h 3566160"/>
              <a:gd name="connsiteX49" fmla="*/ 868680 w 883920"/>
              <a:gd name="connsiteY49" fmla="*/ 2628900 h 3566160"/>
              <a:gd name="connsiteX50" fmla="*/ 815340 w 883920"/>
              <a:gd name="connsiteY50" fmla="*/ 2720340 h 3566160"/>
              <a:gd name="connsiteX51" fmla="*/ 754380 w 883920"/>
              <a:gd name="connsiteY51" fmla="*/ 2811780 h 3566160"/>
              <a:gd name="connsiteX52" fmla="*/ 723900 w 883920"/>
              <a:gd name="connsiteY52" fmla="*/ 2857500 h 3566160"/>
              <a:gd name="connsiteX53" fmla="*/ 640080 w 883920"/>
              <a:gd name="connsiteY53" fmla="*/ 2948940 h 3566160"/>
              <a:gd name="connsiteX54" fmla="*/ 518160 w 883920"/>
              <a:gd name="connsiteY54" fmla="*/ 3040380 h 3566160"/>
              <a:gd name="connsiteX55" fmla="*/ 434340 w 883920"/>
              <a:gd name="connsiteY55" fmla="*/ 3101340 h 3566160"/>
              <a:gd name="connsiteX56" fmla="*/ 381000 w 883920"/>
              <a:gd name="connsiteY56" fmla="*/ 3124200 h 3566160"/>
              <a:gd name="connsiteX57" fmla="*/ 320040 w 883920"/>
              <a:gd name="connsiteY57" fmla="*/ 3162300 h 3566160"/>
              <a:gd name="connsiteX58" fmla="*/ 259080 w 883920"/>
              <a:gd name="connsiteY58" fmla="*/ 3200400 h 3566160"/>
              <a:gd name="connsiteX59" fmla="*/ 220980 w 883920"/>
              <a:gd name="connsiteY59" fmla="*/ 3223260 h 3566160"/>
              <a:gd name="connsiteX60" fmla="*/ 198120 w 883920"/>
              <a:gd name="connsiteY60" fmla="*/ 3230880 h 3566160"/>
              <a:gd name="connsiteX61" fmla="*/ 167640 w 883920"/>
              <a:gd name="connsiteY61" fmla="*/ 3253740 h 3566160"/>
              <a:gd name="connsiteX62" fmla="*/ 144780 w 883920"/>
              <a:gd name="connsiteY62" fmla="*/ 3268980 h 3566160"/>
              <a:gd name="connsiteX63" fmla="*/ 121920 w 883920"/>
              <a:gd name="connsiteY63" fmla="*/ 3291840 h 3566160"/>
              <a:gd name="connsiteX64" fmla="*/ 76200 w 883920"/>
              <a:gd name="connsiteY64" fmla="*/ 3329940 h 3566160"/>
              <a:gd name="connsiteX65" fmla="*/ 53340 w 883920"/>
              <a:gd name="connsiteY65" fmla="*/ 3383280 h 3566160"/>
              <a:gd name="connsiteX66" fmla="*/ 45720 w 883920"/>
              <a:gd name="connsiteY66" fmla="*/ 3444240 h 3566160"/>
              <a:gd name="connsiteX67" fmla="*/ 30480 w 883920"/>
              <a:gd name="connsiteY67" fmla="*/ 3467100 h 3566160"/>
              <a:gd name="connsiteX68" fmla="*/ 15240 w 883920"/>
              <a:gd name="connsiteY68" fmla="*/ 3512820 h 3566160"/>
              <a:gd name="connsiteX69" fmla="*/ 15240 w 883920"/>
              <a:gd name="connsiteY69" fmla="*/ 3512820 h 3566160"/>
              <a:gd name="connsiteX70" fmla="*/ 7620 w 883920"/>
              <a:gd name="connsiteY70" fmla="*/ 3543300 h 3566160"/>
              <a:gd name="connsiteX71" fmla="*/ 0 w 883920"/>
              <a:gd name="connsiteY71" fmla="*/ 3566160 h 356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883920" h="3566160">
                <a:moveTo>
                  <a:pt x="60960" y="0"/>
                </a:moveTo>
                <a:cubicBezTo>
                  <a:pt x="98749" y="15116"/>
                  <a:pt x="103728" y="11304"/>
                  <a:pt x="129540" y="45720"/>
                </a:cubicBezTo>
                <a:cubicBezTo>
                  <a:pt x="136356" y="54807"/>
                  <a:pt x="138479" y="66749"/>
                  <a:pt x="144780" y="76200"/>
                </a:cubicBezTo>
                <a:cubicBezTo>
                  <a:pt x="153802" y="89732"/>
                  <a:pt x="165694" y="101147"/>
                  <a:pt x="175260" y="114300"/>
                </a:cubicBezTo>
                <a:cubicBezTo>
                  <a:pt x="186033" y="129113"/>
                  <a:pt x="195580" y="144780"/>
                  <a:pt x="205740" y="160020"/>
                </a:cubicBezTo>
                <a:cubicBezTo>
                  <a:pt x="210820" y="167640"/>
                  <a:pt x="218084" y="174192"/>
                  <a:pt x="220980" y="182880"/>
                </a:cubicBezTo>
                <a:cubicBezTo>
                  <a:pt x="223520" y="190500"/>
                  <a:pt x="225436" y="198357"/>
                  <a:pt x="228600" y="205740"/>
                </a:cubicBezTo>
                <a:cubicBezTo>
                  <a:pt x="233075" y="216181"/>
                  <a:pt x="239365" y="225779"/>
                  <a:pt x="243840" y="236220"/>
                </a:cubicBezTo>
                <a:cubicBezTo>
                  <a:pt x="251670" y="254490"/>
                  <a:pt x="253556" y="270226"/>
                  <a:pt x="259080" y="289560"/>
                </a:cubicBezTo>
                <a:cubicBezTo>
                  <a:pt x="261287" y="297283"/>
                  <a:pt x="264752" y="304628"/>
                  <a:pt x="266700" y="312420"/>
                </a:cubicBezTo>
                <a:cubicBezTo>
                  <a:pt x="272974" y="337517"/>
                  <a:pt x="277411" y="371330"/>
                  <a:pt x="281940" y="396240"/>
                </a:cubicBezTo>
                <a:cubicBezTo>
                  <a:pt x="284257" y="408983"/>
                  <a:pt x="287431" y="421565"/>
                  <a:pt x="289560" y="434340"/>
                </a:cubicBezTo>
                <a:cubicBezTo>
                  <a:pt x="292513" y="452056"/>
                  <a:pt x="293967" y="470009"/>
                  <a:pt x="297180" y="487680"/>
                </a:cubicBezTo>
                <a:cubicBezTo>
                  <a:pt x="299053" y="497984"/>
                  <a:pt x="303078" y="507830"/>
                  <a:pt x="304800" y="518160"/>
                </a:cubicBezTo>
                <a:cubicBezTo>
                  <a:pt x="310705" y="553592"/>
                  <a:pt x="314438" y="589359"/>
                  <a:pt x="320040" y="624840"/>
                </a:cubicBezTo>
                <a:cubicBezTo>
                  <a:pt x="322060" y="637633"/>
                  <a:pt x="325343" y="650197"/>
                  <a:pt x="327660" y="662940"/>
                </a:cubicBezTo>
                <a:cubicBezTo>
                  <a:pt x="330424" y="678141"/>
                  <a:pt x="330000" y="694140"/>
                  <a:pt x="335280" y="708660"/>
                </a:cubicBezTo>
                <a:cubicBezTo>
                  <a:pt x="340341" y="722579"/>
                  <a:pt x="351516" y="733513"/>
                  <a:pt x="358140" y="746760"/>
                </a:cubicBezTo>
                <a:cubicBezTo>
                  <a:pt x="361732" y="753944"/>
                  <a:pt x="362394" y="762327"/>
                  <a:pt x="365760" y="769620"/>
                </a:cubicBezTo>
                <a:cubicBezTo>
                  <a:pt x="397407" y="838188"/>
                  <a:pt x="391510" y="827294"/>
                  <a:pt x="419100" y="868680"/>
                </a:cubicBezTo>
                <a:cubicBezTo>
                  <a:pt x="421640" y="881380"/>
                  <a:pt x="423579" y="894215"/>
                  <a:pt x="426720" y="906780"/>
                </a:cubicBezTo>
                <a:cubicBezTo>
                  <a:pt x="431041" y="924064"/>
                  <a:pt x="440493" y="945581"/>
                  <a:pt x="449580" y="960120"/>
                </a:cubicBezTo>
                <a:cubicBezTo>
                  <a:pt x="456311" y="970890"/>
                  <a:pt x="464820" y="980440"/>
                  <a:pt x="472440" y="990600"/>
                </a:cubicBezTo>
                <a:cubicBezTo>
                  <a:pt x="474980" y="998220"/>
                  <a:pt x="477853" y="1005737"/>
                  <a:pt x="480060" y="1013460"/>
                </a:cubicBezTo>
                <a:cubicBezTo>
                  <a:pt x="482937" y="1023530"/>
                  <a:pt x="483427" y="1034370"/>
                  <a:pt x="487680" y="1043940"/>
                </a:cubicBezTo>
                <a:cubicBezTo>
                  <a:pt x="493695" y="1057474"/>
                  <a:pt x="503570" y="1068972"/>
                  <a:pt x="510540" y="1082040"/>
                </a:cubicBezTo>
                <a:cubicBezTo>
                  <a:pt x="523904" y="1107097"/>
                  <a:pt x="548640" y="1158240"/>
                  <a:pt x="548640" y="1158240"/>
                </a:cubicBezTo>
                <a:cubicBezTo>
                  <a:pt x="568419" y="1257137"/>
                  <a:pt x="539008" y="1138574"/>
                  <a:pt x="579120" y="1226820"/>
                </a:cubicBezTo>
                <a:cubicBezTo>
                  <a:pt x="594514" y="1260686"/>
                  <a:pt x="591418" y="1278953"/>
                  <a:pt x="601980" y="1310640"/>
                </a:cubicBezTo>
                <a:cubicBezTo>
                  <a:pt x="606305" y="1323616"/>
                  <a:pt x="613290" y="1335639"/>
                  <a:pt x="617220" y="1348740"/>
                </a:cubicBezTo>
                <a:cubicBezTo>
                  <a:pt x="620942" y="1361145"/>
                  <a:pt x="619580" y="1375005"/>
                  <a:pt x="624840" y="1386840"/>
                </a:cubicBezTo>
                <a:cubicBezTo>
                  <a:pt x="629998" y="1398445"/>
                  <a:pt x="640080" y="1407160"/>
                  <a:pt x="647700" y="1417320"/>
                </a:cubicBezTo>
                <a:cubicBezTo>
                  <a:pt x="682705" y="1580676"/>
                  <a:pt x="656364" y="1469408"/>
                  <a:pt x="685800" y="1577340"/>
                </a:cubicBezTo>
                <a:cubicBezTo>
                  <a:pt x="688556" y="1587444"/>
                  <a:pt x="690108" y="1597885"/>
                  <a:pt x="693420" y="1607820"/>
                </a:cubicBezTo>
                <a:cubicBezTo>
                  <a:pt x="700283" y="1628408"/>
                  <a:pt x="709898" y="1648038"/>
                  <a:pt x="716280" y="1668780"/>
                </a:cubicBezTo>
                <a:cubicBezTo>
                  <a:pt x="720089" y="1681159"/>
                  <a:pt x="719804" y="1694593"/>
                  <a:pt x="723900" y="1706880"/>
                </a:cubicBezTo>
                <a:cubicBezTo>
                  <a:pt x="730017" y="1725231"/>
                  <a:pt x="739576" y="1742259"/>
                  <a:pt x="746760" y="1760220"/>
                </a:cubicBezTo>
                <a:cubicBezTo>
                  <a:pt x="749743" y="1767678"/>
                  <a:pt x="751840" y="1775460"/>
                  <a:pt x="754380" y="1783080"/>
                </a:cubicBezTo>
                <a:cubicBezTo>
                  <a:pt x="773609" y="1956137"/>
                  <a:pt x="744508" y="1766236"/>
                  <a:pt x="784860" y="1897380"/>
                </a:cubicBezTo>
                <a:cubicBezTo>
                  <a:pt x="790142" y="1914546"/>
                  <a:pt x="788441" y="1933219"/>
                  <a:pt x="792480" y="1950720"/>
                </a:cubicBezTo>
                <a:cubicBezTo>
                  <a:pt x="796092" y="1966373"/>
                  <a:pt x="803824" y="1980855"/>
                  <a:pt x="807720" y="1996440"/>
                </a:cubicBezTo>
                <a:cubicBezTo>
                  <a:pt x="810260" y="2006600"/>
                  <a:pt x="813068" y="2016697"/>
                  <a:pt x="815340" y="2026920"/>
                </a:cubicBezTo>
                <a:cubicBezTo>
                  <a:pt x="818150" y="2039563"/>
                  <a:pt x="819819" y="2052455"/>
                  <a:pt x="822960" y="2065020"/>
                </a:cubicBezTo>
                <a:cubicBezTo>
                  <a:pt x="828310" y="2086422"/>
                  <a:pt x="838828" y="2105003"/>
                  <a:pt x="845820" y="2125980"/>
                </a:cubicBezTo>
                <a:cubicBezTo>
                  <a:pt x="849132" y="2135915"/>
                  <a:pt x="851510" y="2146167"/>
                  <a:pt x="853440" y="2156460"/>
                </a:cubicBezTo>
                <a:cubicBezTo>
                  <a:pt x="859135" y="2186831"/>
                  <a:pt x="862620" y="2217600"/>
                  <a:pt x="868680" y="2247900"/>
                </a:cubicBezTo>
                <a:cubicBezTo>
                  <a:pt x="871220" y="2260600"/>
                  <a:pt x="874588" y="2273162"/>
                  <a:pt x="876300" y="2286000"/>
                </a:cubicBezTo>
                <a:cubicBezTo>
                  <a:pt x="879674" y="2311303"/>
                  <a:pt x="881380" y="2336800"/>
                  <a:pt x="883920" y="2362200"/>
                </a:cubicBezTo>
                <a:cubicBezTo>
                  <a:pt x="881380" y="2438400"/>
                  <a:pt x="880650" y="2514682"/>
                  <a:pt x="876300" y="2590800"/>
                </a:cubicBezTo>
                <a:cubicBezTo>
                  <a:pt x="875561" y="2603730"/>
                  <a:pt x="873329" y="2616812"/>
                  <a:pt x="868680" y="2628900"/>
                </a:cubicBezTo>
                <a:cubicBezTo>
                  <a:pt x="828939" y="2732226"/>
                  <a:pt x="853833" y="2654352"/>
                  <a:pt x="815340" y="2720340"/>
                </a:cubicBezTo>
                <a:cubicBezTo>
                  <a:pt x="763672" y="2808914"/>
                  <a:pt x="810261" y="2755899"/>
                  <a:pt x="754380" y="2811780"/>
                </a:cubicBezTo>
                <a:cubicBezTo>
                  <a:pt x="741418" y="2850665"/>
                  <a:pt x="755034" y="2821177"/>
                  <a:pt x="723900" y="2857500"/>
                </a:cubicBezTo>
                <a:cubicBezTo>
                  <a:pt x="682429" y="2905882"/>
                  <a:pt x="713117" y="2890511"/>
                  <a:pt x="640080" y="2948940"/>
                </a:cubicBezTo>
                <a:cubicBezTo>
                  <a:pt x="554252" y="3017602"/>
                  <a:pt x="659212" y="2934591"/>
                  <a:pt x="518160" y="3040380"/>
                </a:cubicBezTo>
                <a:cubicBezTo>
                  <a:pt x="471674" y="3075245"/>
                  <a:pt x="486930" y="3069786"/>
                  <a:pt x="434340" y="3101340"/>
                </a:cubicBezTo>
                <a:cubicBezTo>
                  <a:pt x="410800" y="3115464"/>
                  <a:pt x="404649" y="3116317"/>
                  <a:pt x="381000" y="3124200"/>
                </a:cubicBezTo>
                <a:cubicBezTo>
                  <a:pt x="318044" y="3171417"/>
                  <a:pt x="382799" y="3125691"/>
                  <a:pt x="320040" y="3162300"/>
                </a:cubicBezTo>
                <a:cubicBezTo>
                  <a:pt x="299342" y="3174374"/>
                  <a:pt x="279488" y="3187841"/>
                  <a:pt x="259080" y="3200400"/>
                </a:cubicBezTo>
                <a:cubicBezTo>
                  <a:pt x="246466" y="3208162"/>
                  <a:pt x="235031" y="3218576"/>
                  <a:pt x="220980" y="3223260"/>
                </a:cubicBezTo>
                <a:lnTo>
                  <a:pt x="198120" y="3230880"/>
                </a:lnTo>
                <a:cubicBezTo>
                  <a:pt x="187960" y="3238500"/>
                  <a:pt x="177974" y="3246358"/>
                  <a:pt x="167640" y="3253740"/>
                </a:cubicBezTo>
                <a:cubicBezTo>
                  <a:pt x="160188" y="3259063"/>
                  <a:pt x="151815" y="3263117"/>
                  <a:pt x="144780" y="3268980"/>
                </a:cubicBezTo>
                <a:cubicBezTo>
                  <a:pt x="136501" y="3275879"/>
                  <a:pt x="130199" y="3284941"/>
                  <a:pt x="121920" y="3291840"/>
                </a:cubicBezTo>
                <a:cubicBezTo>
                  <a:pt x="98331" y="3311498"/>
                  <a:pt x="95843" y="3302440"/>
                  <a:pt x="76200" y="3329940"/>
                </a:cubicBezTo>
                <a:cubicBezTo>
                  <a:pt x="64430" y="3346418"/>
                  <a:pt x="59558" y="3364625"/>
                  <a:pt x="53340" y="3383280"/>
                </a:cubicBezTo>
                <a:cubicBezTo>
                  <a:pt x="50800" y="3403600"/>
                  <a:pt x="51108" y="3424483"/>
                  <a:pt x="45720" y="3444240"/>
                </a:cubicBezTo>
                <a:cubicBezTo>
                  <a:pt x="43310" y="3453075"/>
                  <a:pt x="34199" y="3458731"/>
                  <a:pt x="30480" y="3467100"/>
                </a:cubicBezTo>
                <a:cubicBezTo>
                  <a:pt x="23956" y="3481780"/>
                  <a:pt x="20320" y="3497580"/>
                  <a:pt x="15240" y="3512820"/>
                </a:cubicBezTo>
                <a:lnTo>
                  <a:pt x="15240" y="3512820"/>
                </a:lnTo>
                <a:cubicBezTo>
                  <a:pt x="12700" y="3522980"/>
                  <a:pt x="10497" y="3533230"/>
                  <a:pt x="7620" y="3543300"/>
                </a:cubicBezTo>
                <a:cubicBezTo>
                  <a:pt x="5413" y="3551023"/>
                  <a:pt x="0" y="3566160"/>
                  <a:pt x="0" y="356616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5572132" y="278605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4857752" y="523713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A0201</a:t>
            </a:r>
            <a:endParaRPr lang="ko-KR" altLang="en-US" sz="1000" b="1" dirty="0"/>
          </a:p>
        </p:txBody>
      </p:sp>
      <p:sp>
        <p:nvSpPr>
          <p:cNvPr id="99" name="TextBox 98"/>
          <p:cNvSpPr txBox="1"/>
          <p:nvPr/>
        </p:nvSpPr>
        <p:spPr>
          <a:xfrm>
            <a:off x="4929190" y="5540233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/>
              <a:t>주현석님 </a:t>
            </a:r>
            <a:r>
              <a:rPr lang="ko-KR" altLang="en-US" sz="1000" b="1" dirty="0" err="1" smtClean="0"/>
              <a:t>어서오고</a:t>
            </a:r>
            <a:endParaRPr lang="en-US" altLang="ko-KR" sz="1000" b="1" dirty="0" smtClean="0"/>
          </a:p>
          <a:p>
            <a:r>
              <a:rPr lang="ko-KR" altLang="en-US" sz="1000" b="1" dirty="0" smtClean="0"/>
              <a:t>작업</a:t>
            </a:r>
            <a:endParaRPr lang="en-US" altLang="ko-KR" sz="1000" b="1" dirty="0"/>
          </a:p>
        </p:txBody>
      </p:sp>
      <p:cxnSp>
        <p:nvCxnSpPr>
          <p:cNvPr id="104" name="직선 연결선 103"/>
          <p:cNvCxnSpPr/>
          <p:nvPr/>
        </p:nvCxnSpPr>
        <p:spPr>
          <a:xfrm flipV="1">
            <a:off x="6860866" y="2357430"/>
            <a:ext cx="2140290" cy="14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7000892" y="3429000"/>
            <a:ext cx="2071702" cy="14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폭발 2 105"/>
          <p:cNvSpPr/>
          <p:nvPr/>
        </p:nvSpPr>
        <p:spPr>
          <a:xfrm>
            <a:off x="5214942" y="4500570"/>
            <a:ext cx="142876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8" name="직선 화살표 연결선 107"/>
          <p:cNvCxnSpPr>
            <a:stCxn id="106" idx="3"/>
          </p:cNvCxnSpPr>
          <p:nvPr/>
        </p:nvCxnSpPr>
        <p:spPr>
          <a:xfrm flipV="1">
            <a:off x="5357818" y="2000240"/>
            <a:ext cx="2143140" cy="254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72" y="1357298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0" name="TextBox 109"/>
          <p:cNvSpPr txBox="1"/>
          <p:nvPr/>
        </p:nvSpPr>
        <p:spPr>
          <a:xfrm>
            <a:off x="7643834" y="1785926"/>
            <a:ext cx="412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c.jsp</a:t>
            </a:r>
            <a:endParaRPr lang="ko-KR" altLang="en-US" sz="900" dirty="0"/>
          </a:p>
        </p:txBody>
      </p:sp>
      <p:sp>
        <p:nvSpPr>
          <p:cNvPr id="111" name="폭발 2 110"/>
          <p:cNvSpPr/>
          <p:nvPr/>
        </p:nvSpPr>
        <p:spPr>
          <a:xfrm>
            <a:off x="5214942" y="5715016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8143900" y="1357298"/>
            <a:ext cx="1734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&lt;%</a:t>
            </a:r>
          </a:p>
          <a:p>
            <a:r>
              <a:rPr lang="en-US" altLang="ko-KR" sz="900" dirty="0" err="1" smtClean="0"/>
              <a:t>session.getAttribute</a:t>
            </a:r>
            <a:r>
              <a:rPr lang="en-US" altLang="ko-KR" sz="900" dirty="0" smtClean="0"/>
              <a:t>(“name” );</a:t>
            </a:r>
            <a:endParaRPr lang="en-US" altLang="ko-KR" sz="900" dirty="0"/>
          </a:p>
          <a:p>
            <a:r>
              <a:rPr lang="en-US" altLang="ko-KR" sz="900" dirty="0" smtClean="0"/>
              <a:t>%&gt;</a:t>
            </a:r>
          </a:p>
          <a:p>
            <a:r>
              <a:rPr lang="en-US" altLang="ko-KR" sz="900" dirty="0" smtClean="0"/>
              <a:t>&lt;%= name %&gt;</a:t>
            </a:r>
            <a:endParaRPr lang="ko-KR" altLang="en-US" sz="900" dirty="0"/>
          </a:p>
        </p:txBody>
      </p:sp>
      <p:sp>
        <p:nvSpPr>
          <p:cNvPr id="113" name="자유형 112"/>
          <p:cNvSpPr/>
          <p:nvPr/>
        </p:nvSpPr>
        <p:spPr>
          <a:xfrm>
            <a:off x="3573780" y="464820"/>
            <a:ext cx="5341620" cy="1120140"/>
          </a:xfrm>
          <a:custGeom>
            <a:avLst/>
            <a:gdLst>
              <a:gd name="connsiteX0" fmla="*/ 5334000 w 5341620"/>
              <a:gd name="connsiteY0" fmla="*/ 1120140 h 1120140"/>
              <a:gd name="connsiteX1" fmla="*/ 5341620 w 5341620"/>
              <a:gd name="connsiteY1" fmla="*/ 1082040 h 1120140"/>
              <a:gd name="connsiteX2" fmla="*/ 5334000 w 5341620"/>
              <a:gd name="connsiteY2" fmla="*/ 1028700 h 1120140"/>
              <a:gd name="connsiteX3" fmla="*/ 5265420 w 5341620"/>
              <a:gd name="connsiteY3" fmla="*/ 914400 h 1120140"/>
              <a:gd name="connsiteX4" fmla="*/ 5250180 w 5341620"/>
              <a:gd name="connsiteY4" fmla="*/ 883920 h 1120140"/>
              <a:gd name="connsiteX5" fmla="*/ 5219700 w 5341620"/>
              <a:gd name="connsiteY5" fmla="*/ 861060 h 1120140"/>
              <a:gd name="connsiteX6" fmla="*/ 5204460 w 5341620"/>
              <a:gd name="connsiteY6" fmla="*/ 838200 h 1120140"/>
              <a:gd name="connsiteX7" fmla="*/ 5158740 w 5341620"/>
              <a:gd name="connsiteY7" fmla="*/ 792480 h 1120140"/>
              <a:gd name="connsiteX8" fmla="*/ 5120640 w 5341620"/>
              <a:gd name="connsiteY8" fmla="*/ 769620 h 1120140"/>
              <a:gd name="connsiteX9" fmla="*/ 5074920 w 5341620"/>
              <a:gd name="connsiteY9" fmla="*/ 731520 h 1120140"/>
              <a:gd name="connsiteX10" fmla="*/ 5036820 w 5341620"/>
              <a:gd name="connsiteY10" fmla="*/ 708660 h 1120140"/>
              <a:gd name="connsiteX11" fmla="*/ 4991100 w 5341620"/>
              <a:gd name="connsiteY11" fmla="*/ 678180 h 1120140"/>
              <a:gd name="connsiteX12" fmla="*/ 4861560 w 5341620"/>
              <a:gd name="connsiteY12" fmla="*/ 609600 h 1120140"/>
              <a:gd name="connsiteX13" fmla="*/ 4792980 w 5341620"/>
              <a:gd name="connsiteY13" fmla="*/ 594360 h 1120140"/>
              <a:gd name="connsiteX14" fmla="*/ 4754880 w 5341620"/>
              <a:gd name="connsiteY14" fmla="*/ 579120 h 1120140"/>
              <a:gd name="connsiteX15" fmla="*/ 4678680 w 5341620"/>
              <a:gd name="connsiteY15" fmla="*/ 571500 h 1120140"/>
              <a:gd name="connsiteX16" fmla="*/ 4625340 w 5341620"/>
              <a:gd name="connsiteY16" fmla="*/ 563880 h 1120140"/>
              <a:gd name="connsiteX17" fmla="*/ 4556760 w 5341620"/>
              <a:gd name="connsiteY17" fmla="*/ 556260 h 1120140"/>
              <a:gd name="connsiteX18" fmla="*/ 4472940 w 5341620"/>
              <a:gd name="connsiteY18" fmla="*/ 541020 h 1120140"/>
              <a:gd name="connsiteX19" fmla="*/ 3787140 w 5341620"/>
              <a:gd name="connsiteY19" fmla="*/ 548640 h 1120140"/>
              <a:gd name="connsiteX20" fmla="*/ 3741420 w 5341620"/>
              <a:gd name="connsiteY20" fmla="*/ 563880 h 1120140"/>
              <a:gd name="connsiteX21" fmla="*/ 3528060 w 5341620"/>
              <a:gd name="connsiteY21" fmla="*/ 594360 h 1120140"/>
              <a:gd name="connsiteX22" fmla="*/ 3398520 w 5341620"/>
              <a:gd name="connsiteY22" fmla="*/ 617220 h 1120140"/>
              <a:gd name="connsiteX23" fmla="*/ 3345180 w 5341620"/>
              <a:gd name="connsiteY23" fmla="*/ 640080 h 1120140"/>
              <a:gd name="connsiteX24" fmla="*/ 3276600 w 5341620"/>
              <a:gd name="connsiteY24" fmla="*/ 647700 h 1120140"/>
              <a:gd name="connsiteX25" fmla="*/ 3215640 w 5341620"/>
              <a:gd name="connsiteY25" fmla="*/ 655320 h 1120140"/>
              <a:gd name="connsiteX26" fmla="*/ 3116580 w 5341620"/>
              <a:gd name="connsiteY26" fmla="*/ 678180 h 1120140"/>
              <a:gd name="connsiteX27" fmla="*/ 3070860 w 5341620"/>
              <a:gd name="connsiteY27" fmla="*/ 693420 h 1120140"/>
              <a:gd name="connsiteX28" fmla="*/ 3017520 w 5341620"/>
              <a:gd name="connsiteY28" fmla="*/ 701040 h 1120140"/>
              <a:gd name="connsiteX29" fmla="*/ 2971800 w 5341620"/>
              <a:gd name="connsiteY29" fmla="*/ 716280 h 1120140"/>
              <a:gd name="connsiteX30" fmla="*/ 2819400 w 5341620"/>
              <a:gd name="connsiteY30" fmla="*/ 746760 h 1120140"/>
              <a:gd name="connsiteX31" fmla="*/ 2697480 w 5341620"/>
              <a:gd name="connsiteY31" fmla="*/ 769620 h 1120140"/>
              <a:gd name="connsiteX32" fmla="*/ 2651760 w 5341620"/>
              <a:gd name="connsiteY32" fmla="*/ 777240 h 1120140"/>
              <a:gd name="connsiteX33" fmla="*/ 2590800 w 5341620"/>
              <a:gd name="connsiteY33" fmla="*/ 792480 h 1120140"/>
              <a:gd name="connsiteX34" fmla="*/ 2339340 w 5341620"/>
              <a:gd name="connsiteY34" fmla="*/ 800100 h 1120140"/>
              <a:gd name="connsiteX35" fmla="*/ 1310640 w 5341620"/>
              <a:gd name="connsiteY35" fmla="*/ 807720 h 1120140"/>
              <a:gd name="connsiteX36" fmla="*/ 822960 w 5341620"/>
              <a:gd name="connsiteY36" fmla="*/ 815340 h 1120140"/>
              <a:gd name="connsiteX37" fmla="*/ 381000 w 5341620"/>
              <a:gd name="connsiteY37" fmla="*/ 807720 h 1120140"/>
              <a:gd name="connsiteX38" fmla="*/ 335280 w 5341620"/>
              <a:gd name="connsiteY38" fmla="*/ 792480 h 1120140"/>
              <a:gd name="connsiteX39" fmla="*/ 304800 w 5341620"/>
              <a:gd name="connsiteY39" fmla="*/ 784860 h 1120140"/>
              <a:gd name="connsiteX40" fmla="*/ 220980 w 5341620"/>
              <a:gd name="connsiteY40" fmla="*/ 762000 h 1120140"/>
              <a:gd name="connsiteX41" fmla="*/ 152400 w 5341620"/>
              <a:gd name="connsiteY41" fmla="*/ 701040 h 1120140"/>
              <a:gd name="connsiteX42" fmla="*/ 137160 w 5341620"/>
              <a:gd name="connsiteY42" fmla="*/ 678180 h 1120140"/>
              <a:gd name="connsiteX43" fmla="*/ 129540 w 5341620"/>
              <a:gd name="connsiteY43" fmla="*/ 655320 h 1120140"/>
              <a:gd name="connsiteX44" fmla="*/ 83820 w 5341620"/>
              <a:gd name="connsiteY44" fmla="*/ 571500 h 1120140"/>
              <a:gd name="connsiteX45" fmla="*/ 53340 w 5341620"/>
              <a:gd name="connsiteY45" fmla="*/ 495300 h 1120140"/>
              <a:gd name="connsiteX46" fmla="*/ 22860 w 5341620"/>
              <a:gd name="connsiteY46" fmla="*/ 441960 h 1120140"/>
              <a:gd name="connsiteX47" fmla="*/ 15240 w 5341620"/>
              <a:gd name="connsiteY47" fmla="*/ 419100 h 1120140"/>
              <a:gd name="connsiteX48" fmla="*/ 0 w 5341620"/>
              <a:gd name="connsiteY48" fmla="*/ 350520 h 1120140"/>
              <a:gd name="connsiteX49" fmla="*/ 22860 w 5341620"/>
              <a:gd name="connsiteY49" fmla="*/ 335280 h 1120140"/>
              <a:gd name="connsiteX50" fmla="*/ 45720 w 5341620"/>
              <a:gd name="connsiteY50" fmla="*/ 327660 h 1120140"/>
              <a:gd name="connsiteX51" fmla="*/ 68580 w 5341620"/>
              <a:gd name="connsiteY51" fmla="*/ 297180 h 1120140"/>
              <a:gd name="connsiteX52" fmla="*/ 121920 w 5341620"/>
              <a:gd name="connsiteY52" fmla="*/ 228600 h 1120140"/>
              <a:gd name="connsiteX53" fmla="*/ 190500 w 5341620"/>
              <a:gd name="connsiteY53" fmla="*/ 190500 h 1120140"/>
              <a:gd name="connsiteX54" fmla="*/ 220980 w 5341620"/>
              <a:gd name="connsiteY54" fmla="*/ 175260 h 1120140"/>
              <a:gd name="connsiteX55" fmla="*/ 281940 w 5341620"/>
              <a:gd name="connsiteY55" fmla="*/ 160020 h 1120140"/>
              <a:gd name="connsiteX56" fmla="*/ 411480 w 5341620"/>
              <a:gd name="connsiteY56" fmla="*/ 167640 h 1120140"/>
              <a:gd name="connsiteX57" fmla="*/ 464820 w 5341620"/>
              <a:gd name="connsiteY57" fmla="*/ 228600 h 1120140"/>
              <a:gd name="connsiteX58" fmla="*/ 487680 w 5341620"/>
              <a:gd name="connsiteY58" fmla="*/ 243840 h 1120140"/>
              <a:gd name="connsiteX59" fmla="*/ 510540 w 5341620"/>
              <a:gd name="connsiteY59" fmla="*/ 228600 h 1120140"/>
              <a:gd name="connsiteX60" fmla="*/ 533400 w 5341620"/>
              <a:gd name="connsiteY60" fmla="*/ 220980 h 1120140"/>
              <a:gd name="connsiteX61" fmla="*/ 579120 w 5341620"/>
              <a:gd name="connsiteY61" fmla="*/ 190500 h 1120140"/>
              <a:gd name="connsiteX62" fmla="*/ 647700 w 5341620"/>
              <a:gd name="connsiteY62" fmla="*/ 167640 h 1120140"/>
              <a:gd name="connsiteX63" fmla="*/ 670560 w 5341620"/>
              <a:gd name="connsiteY63" fmla="*/ 160020 h 1120140"/>
              <a:gd name="connsiteX64" fmla="*/ 708660 w 5341620"/>
              <a:gd name="connsiteY64" fmla="*/ 152400 h 1120140"/>
              <a:gd name="connsiteX65" fmla="*/ 762000 w 5341620"/>
              <a:gd name="connsiteY65" fmla="*/ 160020 h 1120140"/>
              <a:gd name="connsiteX66" fmla="*/ 784860 w 5341620"/>
              <a:gd name="connsiteY66" fmla="*/ 167640 h 1120140"/>
              <a:gd name="connsiteX67" fmla="*/ 830580 w 5341620"/>
              <a:gd name="connsiteY67" fmla="*/ 205740 h 1120140"/>
              <a:gd name="connsiteX68" fmla="*/ 845820 w 5341620"/>
              <a:gd name="connsiteY68" fmla="*/ 228600 h 1120140"/>
              <a:gd name="connsiteX69" fmla="*/ 868680 w 5341620"/>
              <a:gd name="connsiteY69" fmla="*/ 220980 h 1120140"/>
              <a:gd name="connsiteX70" fmla="*/ 914400 w 5341620"/>
              <a:gd name="connsiteY70" fmla="*/ 190500 h 1120140"/>
              <a:gd name="connsiteX71" fmla="*/ 937260 w 5341620"/>
              <a:gd name="connsiteY71" fmla="*/ 175260 h 1120140"/>
              <a:gd name="connsiteX72" fmla="*/ 998220 w 5341620"/>
              <a:gd name="connsiteY72" fmla="*/ 144780 h 1120140"/>
              <a:gd name="connsiteX73" fmla="*/ 1036320 w 5341620"/>
              <a:gd name="connsiteY73" fmla="*/ 121920 h 1120140"/>
              <a:gd name="connsiteX74" fmla="*/ 1112520 w 5341620"/>
              <a:gd name="connsiteY74" fmla="*/ 106680 h 1120140"/>
              <a:gd name="connsiteX75" fmla="*/ 1143000 w 5341620"/>
              <a:gd name="connsiteY75" fmla="*/ 91440 h 1120140"/>
              <a:gd name="connsiteX76" fmla="*/ 1211580 w 5341620"/>
              <a:gd name="connsiteY76" fmla="*/ 76200 h 1120140"/>
              <a:gd name="connsiteX77" fmla="*/ 1341120 w 5341620"/>
              <a:gd name="connsiteY77" fmla="*/ 53340 h 1120140"/>
              <a:gd name="connsiteX78" fmla="*/ 1592580 w 5341620"/>
              <a:gd name="connsiteY78" fmla="*/ 22860 h 1120140"/>
              <a:gd name="connsiteX79" fmla="*/ 1798320 w 5341620"/>
              <a:gd name="connsiteY79" fmla="*/ 0 h 1120140"/>
              <a:gd name="connsiteX80" fmla="*/ 2415540 w 5341620"/>
              <a:gd name="connsiteY80" fmla="*/ 7620 h 1120140"/>
              <a:gd name="connsiteX81" fmla="*/ 2590800 w 5341620"/>
              <a:gd name="connsiteY81" fmla="*/ 30480 h 1120140"/>
              <a:gd name="connsiteX82" fmla="*/ 2697480 w 5341620"/>
              <a:gd name="connsiteY82" fmla="*/ 45720 h 1120140"/>
              <a:gd name="connsiteX83" fmla="*/ 2735580 w 5341620"/>
              <a:gd name="connsiteY83" fmla="*/ 53340 h 1120140"/>
              <a:gd name="connsiteX84" fmla="*/ 2857500 w 5341620"/>
              <a:gd name="connsiteY84" fmla="*/ 68580 h 1120140"/>
              <a:gd name="connsiteX85" fmla="*/ 2948940 w 5341620"/>
              <a:gd name="connsiteY85" fmla="*/ 83820 h 1120140"/>
              <a:gd name="connsiteX86" fmla="*/ 2994660 w 5341620"/>
              <a:gd name="connsiteY86" fmla="*/ 91440 h 1120140"/>
              <a:gd name="connsiteX87" fmla="*/ 3063240 w 5341620"/>
              <a:gd name="connsiteY87" fmla="*/ 99060 h 1120140"/>
              <a:gd name="connsiteX88" fmla="*/ 3154680 w 5341620"/>
              <a:gd name="connsiteY88" fmla="*/ 114300 h 1120140"/>
              <a:gd name="connsiteX89" fmla="*/ 3185160 w 5341620"/>
              <a:gd name="connsiteY89" fmla="*/ 121920 h 1120140"/>
              <a:gd name="connsiteX90" fmla="*/ 3246120 w 5341620"/>
              <a:gd name="connsiteY90" fmla="*/ 129540 h 1120140"/>
              <a:gd name="connsiteX91" fmla="*/ 3352800 w 5341620"/>
              <a:gd name="connsiteY91" fmla="*/ 144780 h 1120140"/>
              <a:gd name="connsiteX92" fmla="*/ 3390900 w 5341620"/>
              <a:gd name="connsiteY92" fmla="*/ 152400 h 1120140"/>
              <a:gd name="connsiteX93" fmla="*/ 3474720 w 5341620"/>
              <a:gd name="connsiteY93" fmla="*/ 160020 h 1120140"/>
              <a:gd name="connsiteX94" fmla="*/ 3528060 w 5341620"/>
              <a:gd name="connsiteY94" fmla="*/ 175260 h 1120140"/>
              <a:gd name="connsiteX95" fmla="*/ 3558540 w 5341620"/>
              <a:gd name="connsiteY95" fmla="*/ 182880 h 1120140"/>
              <a:gd name="connsiteX96" fmla="*/ 3672840 w 5341620"/>
              <a:gd name="connsiteY96" fmla="*/ 190500 h 1120140"/>
              <a:gd name="connsiteX97" fmla="*/ 3695700 w 5341620"/>
              <a:gd name="connsiteY97" fmla="*/ 205740 h 1120140"/>
              <a:gd name="connsiteX98" fmla="*/ 3771900 w 5341620"/>
              <a:gd name="connsiteY98" fmla="*/ 220980 h 1120140"/>
              <a:gd name="connsiteX99" fmla="*/ 3794760 w 5341620"/>
              <a:gd name="connsiteY99" fmla="*/ 236220 h 1120140"/>
              <a:gd name="connsiteX100" fmla="*/ 3863340 w 5341620"/>
              <a:gd name="connsiteY100" fmla="*/ 251460 h 1120140"/>
              <a:gd name="connsiteX101" fmla="*/ 3947160 w 5341620"/>
              <a:gd name="connsiteY101" fmla="*/ 281940 h 1120140"/>
              <a:gd name="connsiteX102" fmla="*/ 3970020 w 5341620"/>
              <a:gd name="connsiteY102" fmla="*/ 297180 h 1120140"/>
              <a:gd name="connsiteX103" fmla="*/ 3992880 w 5341620"/>
              <a:gd name="connsiteY103" fmla="*/ 304800 h 1120140"/>
              <a:gd name="connsiteX104" fmla="*/ 4023360 w 5341620"/>
              <a:gd name="connsiteY104" fmla="*/ 320040 h 1120140"/>
              <a:gd name="connsiteX105" fmla="*/ 4046220 w 5341620"/>
              <a:gd name="connsiteY105" fmla="*/ 327660 h 1120140"/>
              <a:gd name="connsiteX106" fmla="*/ 4069080 w 5341620"/>
              <a:gd name="connsiteY106" fmla="*/ 342900 h 1120140"/>
              <a:gd name="connsiteX107" fmla="*/ 4114800 w 5341620"/>
              <a:gd name="connsiteY107" fmla="*/ 358140 h 1120140"/>
              <a:gd name="connsiteX108" fmla="*/ 4137660 w 5341620"/>
              <a:gd name="connsiteY108" fmla="*/ 373380 h 1120140"/>
              <a:gd name="connsiteX109" fmla="*/ 4206240 w 5341620"/>
              <a:gd name="connsiteY109" fmla="*/ 403860 h 1120140"/>
              <a:gd name="connsiteX110" fmla="*/ 4236720 w 5341620"/>
              <a:gd name="connsiteY110" fmla="*/ 411480 h 1120140"/>
              <a:gd name="connsiteX111" fmla="*/ 4290060 w 5341620"/>
              <a:gd name="connsiteY111" fmla="*/ 441960 h 1120140"/>
              <a:gd name="connsiteX112" fmla="*/ 4312920 w 5341620"/>
              <a:gd name="connsiteY112" fmla="*/ 457200 h 1120140"/>
              <a:gd name="connsiteX113" fmla="*/ 4335780 w 5341620"/>
              <a:gd name="connsiteY113" fmla="*/ 464820 h 1120140"/>
              <a:gd name="connsiteX114" fmla="*/ 4358640 w 5341620"/>
              <a:gd name="connsiteY114" fmla="*/ 480060 h 1120140"/>
              <a:gd name="connsiteX115" fmla="*/ 4381500 w 5341620"/>
              <a:gd name="connsiteY115" fmla="*/ 487680 h 1120140"/>
              <a:gd name="connsiteX116" fmla="*/ 4411980 w 5341620"/>
              <a:gd name="connsiteY116" fmla="*/ 502920 h 1120140"/>
              <a:gd name="connsiteX117" fmla="*/ 4457700 w 5341620"/>
              <a:gd name="connsiteY117" fmla="*/ 518160 h 1120140"/>
              <a:gd name="connsiteX118" fmla="*/ 4495800 w 5341620"/>
              <a:gd name="connsiteY118" fmla="*/ 541020 h 1120140"/>
              <a:gd name="connsiteX119" fmla="*/ 4518660 w 5341620"/>
              <a:gd name="connsiteY119" fmla="*/ 548640 h 1120140"/>
              <a:gd name="connsiteX120" fmla="*/ 4564380 w 5341620"/>
              <a:gd name="connsiteY120" fmla="*/ 586740 h 1120140"/>
              <a:gd name="connsiteX121" fmla="*/ 4587240 w 5341620"/>
              <a:gd name="connsiteY121" fmla="*/ 594360 h 1120140"/>
              <a:gd name="connsiteX122" fmla="*/ 4632960 w 5341620"/>
              <a:gd name="connsiteY122" fmla="*/ 617220 h 1120140"/>
              <a:gd name="connsiteX123" fmla="*/ 4678680 w 5341620"/>
              <a:gd name="connsiteY123" fmla="*/ 662940 h 1120140"/>
              <a:gd name="connsiteX124" fmla="*/ 4732020 w 5341620"/>
              <a:gd name="connsiteY124" fmla="*/ 701040 h 1120140"/>
              <a:gd name="connsiteX125" fmla="*/ 4762500 w 5341620"/>
              <a:gd name="connsiteY125" fmla="*/ 731520 h 1120140"/>
              <a:gd name="connsiteX126" fmla="*/ 4785360 w 5341620"/>
              <a:gd name="connsiteY126" fmla="*/ 746760 h 1120140"/>
              <a:gd name="connsiteX127" fmla="*/ 4808220 w 5341620"/>
              <a:gd name="connsiteY127" fmla="*/ 777240 h 1120140"/>
              <a:gd name="connsiteX128" fmla="*/ 4831080 w 5341620"/>
              <a:gd name="connsiteY128" fmla="*/ 800100 h 1120140"/>
              <a:gd name="connsiteX129" fmla="*/ 4846320 w 5341620"/>
              <a:gd name="connsiteY129" fmla="*/ 822960 h 1120140"/>
              <a:gd name="connsiteX130" fmla="*/ 4884420 w 5341620"/>
              <a:gd name="connsiteY130" fmla="*/ 868680 h 1120140"/>
              <a:gd name="connsiteX131" fmla="*/ 4907280 w 5341620"/>
              <a:gd name="connsiteY131" fmla="*/ 922020 h 1120140"/>
              <a:gd name="connsiteX132" fmla="*/ 4914900 w 5341620"/>
              <a:gd name="connsiteY132" fmla="*/ 944880 h 1120140"/>
              <a:gd name="connsiteX133" fmla="*/ 4930140 w 5341620"/>
              <a:gd name="connsiteY133" fmla="*/ 967740 h 1120140"/>
              <a:gd name="connsiteX134" fmla="*/ 4937760 w 5341620"/>
              <a:gd name="connsiteY134" fmla="*/ 990600 h 112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5341620" h="1120140">
                <a:moveTo>
                  <a:pt x="5334000" y="1120140"/>
                </a:moveTo>
                <a:cubicBezTo>
                  <a:pt x="5336540" y="1107440"/>
                  <a:pt x="5341620" y="1094992"/>
                  <a:pt x="5341620" y="1082040"/>
                </a:cubicBezTo>
                <a:cubicBezTo>
                  <a:pt x="5341620" y="1064079"/>
                  <a:pt x="5339680" y="1045739"/>
                  <a:pt x="5334000" y="1028700"/>
                </a:cubicBezTo>
                <a:cubicBezTo>
                  <a:pt x="5315523" y="973270"/>
                  <a:pt x="5295783" y="962113"/>
                  <a:pt x="5265420" y="914400"/>
                </a:cubicBezTo>
                <a:cubicBezTo>
                  <a:pt x="5259322" y="904817"/>
                  <a:pt x="5257572" y="892545"/>
                  <a:pt x="5250180" y="883920"/>
                </a:cubicBezTo>
                <a:cubicBezTo>
                  <a:pt x="5241915" y="874277"/>
                  <a:pt x="5228680" y="870040"/>
                  <a:pt x="5219700" y="861060"/>
                </a:cubicBezTo>
                <a:cubicBezTo>
                  <a:pt x="5213224" y="854584"/>
                  <a:pt x="5210544" y="845045"/>
                  <a:pt x="5204460" y="838200"/>
                </a:cubicBezTo>
                <a:cubicBezTo>
                  <a:pt x="5190141" y="822091"/>
                  <a:pt x="5175421" y="806128"/>
                  <a:pt x="5158740" y="792480"/>
                </a:cubicBezTo>
                <a:cubicBezTo>
                  <a:pt x="5147277" y="783101"/>
                  <a:pt x="5132618" y="778331"/>
                  <a:pt x="5120640" y="769620"/>
                </a:cubicBezTo>
                <a:cubicBezTo>
                  <a:pt x="5104596" y="757952"/>
                  <a:pt x="5090964" y="743188"/>
                  <a:pt x="5074920" y="731520"/>
                </a:cubicBezTo>
                <a:cubicBezTo>
                  <a:pt x="5062942" y="722809"/>
                  <a:pt x="5049315" y="716611"/>
                  <a:pt x="5036820" y="708660"/>
                </a:cubicBezTo>
                <a:cubicBezTo>
                  <a:pt x="5021367" y="698826"/>
                  <a:pt x="5006699" y="687779"/>
                  <a:pt x="4991100" y="678180"/>
                </a:cubicBezTo>
                <a:cubicBezTo>
                  <a:pt x="4969978" y="665182"/>
                  <a:pt x="4877206" y="613077"/>
                  <a:pt x="4861560" y="609600"/>
                </a:cubicBezTo>
                <a:cubicBezTo>
                  <a:pt x="4838700" y="604520"/>
                  <a:pt x="4815497" y="600793"/>
                  <a:pt x="4792980" y="594360"/>
                </a:cubicBezTo>
                <a:cubicBezTo>
                  <a:pt x="4779828" y="590602"/>
                  <a:pt x="4768293" y="581803"/>
                  <a:pt x="4754880" y="579120"/>
                </a:cubicBezTo>
                <a:cubicBezTo>
                  <a:pt x="4729849" y="574114"/>
                  <a:pt x="4704032" y="574483"/>
                  <a:pt x="4678680" y="571500"/>
                </a:cubicBezTo>
                <a:cubicBezTo>
                  <a:pt x="4660843" y="569401"/>
                  <a:pt x="4643162" y="566108"/>
                  <a:pt x="4625340" y="563880"/>
                </a:cubicBezTo>
                <a:cubicBezTo>
                  <a:pt x="4602517" y="561027"/>
                  <a:pt x="4579506" y="559672"/>
                  <a:pt x="4556760" y="556260"/>
                </a:cubicBezTo>
                <a:cubicBezTo>
                  <a:pt x="4528676" y="552047"/>
                  <a:pt x="4500880" y="546100"/>
                  <a:pt x="4472940" y="541020"/>
                </a:cubicBezTo>
                <a:cubicBezTo>
                  <a:pt x="4244340" y="543560"/>
                  <a:pt x="4015643" y="541499"/>
                  <a:pt x="3787140" y="548640"/>
                </a:cubicBezTo>
                <a:cubicBezTo>
                  <a:pt x="3771083" y="549142"/>
                  <a:pt x="3757172" y="560730"/>
                  <a:pt x="3741420" y="563880"/>
                </a:cubicBezTo>
                <a:cubicBezTo>
                  <a:pt x="3670973" y="577969"/>
                  <a:pt x="3598507" y="580271"/>
                  <a:pt x="3528060" y="594360"/>
                </a:cubicBezTo>
                <a:cubicBezTo>
                  <a:pt x="3434248" y="613122"/>
                  <a:pt x="3477503" y="605937"/>
                  <a:pt x="3398520" y="617220"/>
                </a:cubicBezTo>
                <a:cubicBezTo>
                  <a:pt x="3380740" y="624840"/>
                  <a:pt x="3363946" y="635388"/>
                  <a:pt x="3345180" y="640080"/>
                </a:cubicBezTo>
                <a:cubicBezTo>
                  <a:pt x="3322866" y="645658"/>
                  <a:pt x="3299443" y="645013"/>
                  <a:pt x="3276600" y="647700"/>
                </a:cubicBezTo>
                <a:lnTo>
                  <a:pt x="3215640" y="655320"/>
                </a:lnTo>
                <a:cubicBezTo>
                  <a:pt x="3134592" y="687739"/>
                  <a:pt x="3226946" y="654530"/>
                  <a:pt x="3116580" y="678180"/>
                </a:cubicBezTo>
                <a:cubicBezTo>
                  <a:pt x="3100872" y="681546"/>
                  <a:pt x="3086763" y="691148"/>
                  <a:pt x="3070860" y="693420"/>
                </a:cubicBezTo>
                <a:lnTo>
                  <a:pt x="3017520" y="701040"/>
                </a:lnTo>
                <a:cubicBezTo>
                  <a:pt x="3002280" y="706120"/>
                  <a:pt x="2987385" y="712384"/>
                  <a:pt x="2971800" y="716280"/>
                </a:cubicBezTo>
                <a:cubicBezTo>
                  <a:pt x="2902207" y="733678"/>
                  <a:pt x="2878818" y="736857"/>
                  <a:pt x="2819400" y="746760"/>
                </a:cubicBezTo>
                <a:cubicBezTo>
                  <a:pt x="2758837" y="777041"/>
                  <a:pt x="2807580" y="757387"/>
                  <a:pt x="2697480" y="769620"/>
                </a:cubicBezTo>
                <a:cubicBezTo>
                  <a:pt x="2682124" y="771326"/>
                  <a:pt x="2666867" y="774003"/>
                  <a:pt x="2651760" y="777240"/>
                </a:cubicBezTo>
                <a:cubicBezTo>
                  <a:pt x="2631280" y="781629"/>
                  <a:pt x="2611690" y="790951"/>
                  <a:pt x="2590800" y="792480"/>
                </a:cubicBezTo>
                <a:cubicBezTo>
                  <a:pt x="2507165" y="798600"/>
                  <a:pt x="2423193" y="799102"/>
                  <a:pt x="2339340" y="800100"/>
                </a:cubicBezTo>
                <a:lnTo>
                  <a:pt x="1310640" y="807720"/>
                </a:lnTo>
                <a:lnTo>
                  <a:pt x="822960" y="815340"/>
                </a:lnTo>
                <a:cubicBezTo>
                  <a:pt x="675618" y="815340"/>
                  <a:pt x="528180" y="814619"/>
                  <a:pt x="381000" y="807720"/>
                </a:cubicBezTo>
                <a:cubicBezTo>
                  <a:pt x="364953" y="806968"/>
                  <a:pt x="350865" y="796376"/>
                  <a:pt x="335280" y="792480"/>
                </a:cubicBezTo>
                <a:cubicBezTo>
                  <a:pt x="325120" y="789940"/>
                  <a:pt x="315023" y="787132"/>
                  <a:pt x="304800" y="784860"/>
                </a:cubicBezTo>
                <a:cubicBezTo>
                  <a:pt x="283330" y="780089"/>
                  <a:pt x="238822" y="773894"/>
                  <a:pt x="220980" y="762000"/>
                </a:cubicBezTo>
                <a:cubicBezTo>
                  <a:pt x="193494" y="743676"/>
                  <a:pt x="173278" y="732357"/>
                  <a:pt x="152400" y="701040"/>
                </a:cubicBezTo>
                <a:cubicBezTo>
                  <a:pt x="147320" y="693420"/>
                  <a:pt x="141256" y="686371"/>
                  <a:pt x="137160" y="678180"/>
                </a:cubicBezTo>
                <a:cubicBezTo>
                  <a:pt x="133568" y="670996"/>
                  <a:pt x="133132" y="662504"/>
                  <a:pt x="129540" y="655320"/>
                </a:cubicBezTo>
                <a:cubicBezTo>
                  <a:pt x="87794" y="571828"/>
                  <a:pt x="152887" y="744168"/>
                  <a:pt x="83820" y="571500"/>
                </a:cubicBezTo>
                <a:cubicBezTo>
                  <a:pt x="73660" y="546100"/>
                  <a:pt x="68515" y="518062"/>
                  <a:pt x="53340" y="495300"/>
                </a:cubicBezTo>
                <a:cubicBezTo>
                  <a:pt x="38035" y="472342"/>
                  <a:pt x="34461" y="469030"/>
                  <a:pt x="22860" y="441960"/>
                </a:cubicBezTo>
                <a:cubicBezTo>
                  <a:pt x="19696" y="434577"/>
                  <a:pt x="17447" y="426823"/>
                  <a:pt x="15240" y="419100"/>
                </a:cubicBezTo>
                <a:cubicBezTo>
                  <a:pt x="8066" y="393991"/>
                  <a:pt x="5238" y="376709"/>
                  <a:pt x="0" y="350520"/>
                </a:cubicBezTo>
                <a:cubicBezTo>
                  <a:pt x="7620" y="345440"/>
                  <a:pt x="14669" y="339376"/>
                  <a:pt x="22860" y="335280"/>
                </a:cubicBezTo>
                <a:cubicBezTo>
                  <a:pt x="30044" y="331688"/>
                  <a:pt x="39550" y="332802"/>
                  <a:pt x="45720" y="327660"/>
                </a:cubicBezTo>
                <a:cubicBezTo>
                  <a:pt x="55476" y="319530"/>
                  <a:pt x="61297" y="307584"/>
                  <a:pt x="68580" y="297180"/>
                </a:cubicBezTo>
                <a:cubicBezTo>
                  <a:pt x="88255" y="269073"/>
                  <a:pt x="95983" y="248774"/>
                  <a:pt x="121920" y="228600"/>
                </a:cubicBezTo>
                <a:cubicBezTo>
                  <a:pt x="182673" y="181348"/>
                  <a:pt x="146602" y="209313"/>
                  <a:pt x="190500" y="190500"/>
                </a:cubicBezTo>
                <a:cubicBezTo>
                  <a:pt x="200941" y="186025"/>
                  <a:pt x="210539" y="179735"/>
                  <a:pt x="220980" y="175260"/>
                </a:cubicBezTo>
                <a:cubicBezTo>
                  <a:pt x="241482" y="166473"/>
                  <a:pt x="259577" y="164493"/>
                  <a:pt x="281940" y="160020"/>
                </a:cubicBezTo>
                <a:cubicBezTo>
                  <a:pt x="325120" y="162560"/>
                  <a:pt x="368704" y="161224"/>
                  <a:pt x="411480" y="167640"/>
                </a:cubicBezTo>
                <a:cubicBezTo>
                  <a:pt x="440157" y="171942"/>
                  <a:pt x="448105" y="217457"/>
                  <a:pt x="464820" y="228600"/>
                </a:cubicBezTo>
                <a:lnTo>
                  <a:pt x="487680" y="243840"/>
                </a:lnTo>
                <a:cubicBezTo>
                  <a:pt x="495300" y="238760"/>
                  <a:pt x="502349" y="232696"/>
                  <a:pt x="510540" y="228600"/>
                </a:cubicBezTo>
                <a:cubicBezTo>
                  <a:pt x="517724" y="225008"/>
                  <a:pt x="526379" y="224881"/>
                  <a:pt x="533400" y="220980"/>
                </a:cubicBezTo>
                <a:cubicBezTo>
                  <a:pt x="549411" y="212085"/>
                  <a:pt x="561744" y="196292"/>
                  <a:pt x="579120" y="190500"/>
                </a:cubicBezTo>
                <a:lnTo>
                  <a:pt x="647700" y="167640"/>
                </a:lnTo>
                <a:cubicBezTo>
                  <a:pt x="655320" y="165100"/>
                  <a:pt x="662684" y="161595"/>
                  <a:pt x="670560" y="160020"/>
                </a:cubicBezTo>
                <a:lnTo>
                  <a:pt x="708660" y="152400"/>
                </a:lnTo>
                <a:cubicBezTo>
                  <a:pt x="726440" y="154940"/>
                  <a:pt x="744388" y="156498"/>
                  <a:pt x="762000" y="160020"/>
                </a:cubicBezTo>
                <a:cubicBezTo>
                  <a:pt x="769876" y="161595"/>
                  <a:pt x="777676" y="164048"/>
                  <a:pt x="784860" y="167640"/>
                </a:cubicBezTo>
                <a:cubicBezTo>
                  <a:pt x="801986" y="176203"/>
                  <a:pt x="818543" y="191295"/>
                  <a:pt x="830580" y="205740"/>
                </a:cubicBezTo>
                <a:cubicBezTo>
                  <a:pt x="836443" y="212775"/>
                  <a:pt x="840740" y="220980"/>
                  <a:pt x="845820" y="228600"/>
                </a:cubicBezTo>
                <a:cubicBezTo>
                  <a:pt x="853440" y="226060"/>
                  <a:pt x="861659" y="224881"/>
                  <a:pt x="868680" y="220980"/>
                </a:cubicBezTo>
                <a:cubicBezTo>
                  <a:pt x="884691" y="212085"/>
                  <a:pt x="899160" y="200660"/>
                  <a:pt x="914400" y="190500"/>
                </a:cubicBezTo>
                <a:cubicBezTo>
                  <a:pt x="922020" y="185420"/>
                  <a:pt x="929069" y="179356"/>
                  <a:pt x="937260" y="175260"/>
                </a:cubicBezTo>
                <a:cubicBezTo>
                  <a:pt x="957580" y="165100"/>
                  <a:pt x="978739" y="156469"/>
                  <a:pt x="998220" y="144780"/>
                </a:cubicBezTo>
                <a:cubicBezTo>
                  <a:pt x="1010920" y="137160"/>
                  <a:pt x="1022269" y="126604"/>
                  <a:pt x="1036320" y="121920"/>
                </a:cubicBezTo>
                <a:cubicBezTo>
                  <a:pt x="1060894" y="113729"/>
                  <a:pt x="1112520" y="106680"/>
                  <a:pt x="1112520" y="106680"/>
                </a:cubicBezTo>
                <a:cubicBezTo>
                  <a:pt x="1122680" y="101600"/>
                  <a:pt x="1132364" y="95428"/>
                  <a:pt x="1143000" y="91440"/>
                </a:cubicBezTo>
                <a:cubicBezTo>
                  <a:pt x="1161247" y="84597"/>
                  <a:pt x="1193878" y="81028"/>
                  <a:pt x="1211580" y="76200"/>
                </a:cubicBezTo>
                <a:cubicBezTo>
                  <a:pt x="1308027" y="49896"/>
                  <a:pt x="1199192" y="66243"/>
                  <a:pt x="1341120" y="53340"/>
                </a:cubicBezTo>
                <a:cubicBezTo>
                  <a:pt x="1493303" y="15294"/>
                  <a:pt x="1385987" y="35772"/>
                  <a:pt x="1592580" y="22860"/>
                </a:cubicBezTo>
                <a:cubicBezTo>
                  <a:pt x="1660548" y="18612"/>
                  <a:pt x="1731247" y="8384"/>
                  <a:pt x="1798320" y="0"/>
                </a:cubicBezTo>
                <a:lnTo>
                  <a:pt x="2415540" y="7620"/>
                </a:lnTo>
                <a:cubicBezTo>
                  <a:pt x="2437834" y="8310"/>
                  <a:pt x="2548419" y="24426"/>
                  <a:pt x="2590800" y="30480"/>
                </a:cubicBezTo>
                <a:cubicBezTo>
                  <a:pt x="2644577" y="48406"/>
                  <a:pt x="2590636" y="32364"/>
                  <a:pt x="2697480" y="45720"/>
                </a:cubicBezTo>
                <a:cubicBezTo>
                  <a:pt x="2710331" y="47326"/>
                  <a:pt x="2722742" y="51628"/>
                  <a:pt x="2735580" y="53340"/>
                </a:cubicBezTo>
                <a:cubicBezTo>
                  <a:pt x="2853504" y="69063"/>
                  <a:pt x="2770652" y="52789"/>
                  <a:pt x="2857500" y="68580"/>
                </a:cubicBezTo>
                <a:cubicBezTo>
                  <a:pt x="2968167" y="88701"/>
                  <a:pt x="2806569" y="61917"/>
                  <a:pt x="2948940" y="83820"/>
                </a:cubicBezTo>
                <a:cubicBezTo>
                  <a:pt x="2964211" y="86169"/>
                  <a:pt x="2979345" y="89398"/>
                  <a:pt x="2994660" y="91440"/>
                </a:cubicBezTo>
                <a:cubicBezTo>
                  <a:pt x="3017459" y="94480"/>
                  <a:pt x="3040470" y="95807"/>
                  <a:pt x="3063240" y="99060"/>
                </a:cubicBezTo>
                <a:cubicBezTo>
                  <a:pt x="3093830" y="103430"/>
                  <a:pt x="3124702" y="106806"/>
                  <a:pt x="3154680" y="114300"/>
                </a:cubicBezTo>
                <a:cubicBezTo>
                  <a:pt x="3164840" y="116840"/>
                  <a:pt x="3174830" y="120198"/>
                  <a:pt x="3185160" y="121920"/>
                </a:cubicBezTo>
                <a:cubicBezTo>
                  <a:pt x="3205360" y="125287"/>
                  <a:pt x="3225830" y="126773"/>
                  <a:pt x="3246120" y="129540"/>
                </a:cubicBezTo>
                <a:lnTo>
                  <a:pt x="3352800" y="144780"/>
                </a:lnTo>
                <a:cubicBezTo>
                  <a:pt x="3365593" y="146800"/>
                  <a:pt x="3378049" y="150794"/>
                  <a:pt x="3390900" y="152400"/>
                </a:cubicBezTo>
                <a:cubicBezTo>
                  <a:pt x="3418739" y="155880"/>
                  <a:pt x="3446780" y="157480"/>
                  <a:pt x="3474720" y="160020"/>
                </a:cubicBezTo>
                <a:lnTo>
                  <a:pt x="3528060" y="175260"/>
                </a:lnTo>
                <a:cubicBezTo>
                  <a:pt x="3538164" y="178016"/>
                  <a:pt x="3548125" y="181784"/>
                  <a:pt x="3558540" y="182880"/>
                </a:cubicBezTo>
                <a:cubicBezTo>
                  <a:pt x="3596515" y="186877"/>
                  <a:pt x="3634740" y="187960"/>
                  <a:pt x="3672840" y="190500"/>
                </a:cubicBezTo>
                <a:cubicBezTo>
                  <a:pt x="3680460" y="195580"/>
                  <a:pt x="3686947" y="203047"/>
                  <a:pt x="3695700" y="205740"/>
                </a:cubicBezTo>
                <a:cubicBezTo>
                  <a:pt x="3720458" y="213358"/>
                  <a:pt x="3771900" y="220980"/>
                  <a:pt x="3771900" y="220980"/>
                </a:cubicBezTo>
                <a:cubicBezTo>
                  <a:pt x="3779520" y="226060"/>
                  <a:pt x="3786342" y="232612"/>
                  <a:pt x="3794760" y="236220"/>
                </a:cubicBezTo>
                <a:cubicBezTo>
                  <a:pt x="3806735" y="241352"/>
                  <a:pt x="3853395" y="248748"/>
                  <a:pt x="3863340" y="251460"/>
                </a:cubicBezTo>
                <a:cubicBezTo>
                  <a:pt x="3878988" y="255728"/>
                  <a:pt x="3930799" y="273759"/>
                  <a:pt x="3947160" y="281940"/>
                </a:cubicBezTo>
                <a:cubicBezTo>
                  <a:pt x="3955351" y="286036"/>
                  <a:pt x="3961829" y="293084"/>
                  <a:pt x="3970020" y="297180"/>
                </a:cubicBezTo>
                <a:cubicBezTo>
                  <a:pt x="3977204" y="300772"/>
                  <a:pt x="3985497" y="301636"/>
                  <a:pt x="3992880" y="304800"/>
                </a:cubicBezTo>
                <a:cubicBezTo>
                  <a:pt x="4003321" y="309275"/>
                  <a:pt x="4012919" y="315565"/>
                  <a:pt x="4023360" y="320040"/>
                </a:cubicBezTo>
                <a:cubicBezTo>
                  <a:pt x="4030743" y="323204"/>
                  <a:pt x="4039036" y="324068"/>
                  <a:pt x="4046220" y="327660"/>
                </a:cubicBezTo>
                <a:cubicBezTo>
                  <a:pt x="4054411" y="331756"/>
                  <a:pt x="4060711" y="339181"/>
                  <a:pt x="4069080" y="342900"/>
                </a:cubicBezTo>
                <a:cubicBezTo>
                  <a:pt x="4083760" y="349424"/>
                  <a:pt x="4101434" y="349229"/>
                  <a:pt x="4114800" y="358140"/>
                </a:cubicBezTo>
                <a:cubicBezTo>
                  <a:pt x="4122420" y="363220"/>
                  <a:pt x="4129709" y="368836"/>
                  <a:pt x="4137660" y="373380"/>
                </a:cubicBezTo>
                <a:cubicBezTo>
                  <a:pt x="4156248" y="384002"/>
                  <a:pt x="4186645" y="397328"/>
                  <a:pt x="4206240" y="403860"/>
                </a:cubicBezTo>
                <a:cubicBezTo>
                  <a:pt x="4216175" y="407172"/>
                  <a:pt x="4226560" y="408940"/>
                  <a:pt x="4236720" y="411480"/>
                </a:cubicBezTo>
                <a:cubicBezTo>
                  <a:pt x="4280148" y="454908"/>
                  <a:pt x="4236333" y="418934"/>
                  <a:pt x="4290060" y="441960"/>
                </a:cubicBezTo>
                <a:cubicBezTo>
                  <a:pt x="4298478" y="445568"/>
                  <a:pt x="4304729" y="453104"/>
                  <a:pt x="4312920" y="457200"/>
                </a:cubicBezTo>
                <a:cubicBezTo>
                  <a:pt x="4320104" y="460792"/>
                  <a:pt x="4328596" y="461228"/>
                  <a:pt x="4335780" y="464820"/>
                </a:cubicBezTo>
                <a:cubicBezTo>
                  <a:pt x="4343971" y="468916"/>
                  <a:pt x="4350449" y="475964"/>
                  <a:pt x="4358640" y="480060"/>
                </a:cubicBezTo>
                <a:cubicBezTo>
                  <a:pt x="4365824" y="483652"/>
                  <a:pt x="4374117" y="484516"/>
                  <a:pt x="4381500" y="487680"/>
                </a:cubicBezTo>
                <a:cubicBezTo>
                  <a:pt x="4391941" y="492155"/>
                  <a:pt x="4401433" y="498701"/>
                  <a:pt x="4411980" y="502920"/>
                </a:cubicBezTo>
                <a:cubicBezTo>
                  <a:pt x="4426895" y="508886"/>
                  <a:pt x="4443925" y="509895"/>
                  <a:pt x="4457700" y="518160"/>
                </a:cubicBezTo>
                <a:cubicBezTo>
                  <a:pt x="4470400" y="525780"/>
                  <a:pt x="4482553" y="534396"/>
                  <a:pt x="4495800" y="541020"/>
                </a:cubicBezTo>
                <a:cubicBezTo>
                  <a:pt x="4502984" y="544612"/>
                  <a:pt x="4511476" y="545048"/>
                  <a:pt x="4518660" y="548640"/>
                </a:cubicBezTo>
                <a:cubicBezTo>
                  <a:pt x="4568521" y="573571"/>
                  <a:pt x="4513823" y="553035"/>
                  <a:pt x="4564380" y="586740"/>
                </a:cubicBezTo>
                <a:cubicBezTo>
                  <a:pt x="4571063" y="591195"/>
                  <a:pt x="4580056" y="590768"/>
                  <a:pt x="4587240" y="594360"/>
                </a:cubicBezTo>
                <a:cubicBezTo>
                  <a:pt x="4646326" y="623903"/>
                  <a:pt x="4575501" y="598067"/>
                  <a:pt x="4632960" y="617220"/>
                </a:cubicBezTo>
                <a:cubicBezTo>
                  <a:pt x="4648200" y="632460"/>
                  <a:pt x="4660747" y="650985"/>
                  <a:pt x="4678680" y="662940"/>
                </a:cubicBezTo>
                <a:cubicBezTo>
                  <a:pt x="4695749" y="674320"/>
                  <a:pt x="4716897" y="687808"/>
                  <a:pt x="4732020" y="701040"/>
                </a:cubicBezTo>
                <a:cubicBezTo>
                  <a:pt x="4742833" y="710502"/>
                  <a:pt x="4751591" y="722169"/>
                  <a:pt x="4762500" y="731520"/>
                </a:cubicBezTo>
                <a:cubicBezTo>
                  <a:pt x="4769453" y="737480"/>
                  <a:pt x="4778884" y="740284"/>
                  <a:pt x="4785360" y="746760"/>
                </a:cubicBezTo>
                <a:cubicBezTo>
                  <a:pt x="4794340" y="755740"/>
                  <a:pt x="4799955" y="767597"/>
                  <a:pt x="4808220" y="777240"/>
                </a:cubicBezTo>
                <a:cubicBezTo>
                  <a:pt x="4815233" y="785422"/>
                  <a:pt x="4824181" y="791821"/>
                  <a:pt x="4831080" y="800100"/>
                </a:cubicBezTo>
                <a:cubicBezTo>
                  <a:pt x="4836943" y="807135"/>
                  <a:pt x="4840457" y="815925"/>
                  <a:pt x="4846320" y="822960"/>
                </a:cubicBezTo>
                <a:cubicBezTo>
                  <a:pt x="4895213" y="881632"/>
                  <a:pt x="4846582" y="811923"/>
                  <a:pt x="4884420" y="868680"/>
                </a:cubicBezTo>
                <a:cubicBezTo>
                  <a:pt x="4900279" y="932115"/>
                  <a:pt x="4880968" y="869397"/>
                  <a:pt x="4907280" y="922020"/>
                </a:cubicBezTo>
                <a:cubicBezTo>
                  <a:pt x="4910872" y="929204"/>
                  <a:pt x="4911308" y="937696"/>
                  <a:pt x="4914900" y="944880"/>
                </a:cubicBezTo>
                <a:cubicBezTo>
                  <a:pt x="4918996" y="953071"/>
                  <a:pt x="4926044" y="959549"/>
                  <a:pt x="4930140" y="967740"/>
                </a:cubicBezTo>
                <a:cubicBezTo>
                  <a:pt x="4933732" y="974924"/>
                  <a:pt x="4937760" y="990600"/>
                  <a:pt x="4937760" y="990600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7215206" y="1857364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A0101</a:t>
            </a:r>
            <a:endParaRPr lang="ko-KR" altLang="en-US" sz="1000" b="1" dirty="0"/>
          </a:p>
        </p:txBody>
      </p:sp>
      <p:cxnSp>
        <p:nvCxnSpPr>
          <p:cNvPr id="116" name="직선 화살표 연결선 115"/>
          <p:cNvCxnSpPr/>
          <p:nvPr/>
        </p:nvCxnSpPr>
        <p:spPr>
          <a:xfrm rot="5400000">
            <a:off x="7143768" y="2428868"/>
            <a:ext cx="1643074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5206" y="3857628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7143768" y="4000504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A0101</a:t>
            </a:r>
            <a:endParaRPr lang="ko-KR" altLang="en-US" sz="1000" b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7286644" y="4214818"/>
            <a:ext cx="1556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 smtClean="0"/>
              <a:t>장준녕님의</a:t>
            </a:r>
            <a:r>
              <a:rPr lang="ko-KR" altLang="en-US" sz="1000" b="1" dirty="0" smtClean="0"/>
              <a:t> 작업 페이지</a:t>
            </a:r>
            <a:endParaRPr lang="ko-KR" altLang="en-US" sz="1000" b="1" dirty="0"/>
          </a:p>
        </p:txBody>
      </p:sp>
      <p:sp>
        <p:nvSpPr>
          <p:cNvPr id="120" name="자유형 119"/>
          <p:cNvSpPr/>
          <p:nvPr/>
        </p:nvSpPr>
        <p:spPr>
          <a:xfrm>
            <a:off x="5448300" y="2118360"/>
            <a:ext cx="2247900" cy="3649980"/>
          </a:xfrm>
          <a:custGeom>
            <a:avLst/>
            <a:gdLst>
              <a:gd name="connsiteX0" fmla="*/ 0 w 2247900"/>
              <a:gd name="connsiteY0" fmla="*/ 3649980 h 3649980"/>
              <a:gd name="connsiteX1" fmla="*/ 647700 w 2247900"/>
              <a:gd name="connsiteY1" fmla="*/ 3642360 h 3649980"/>
              <a:gd name="connsiteX2" fmla="*/ 670560 w 2247900"/>
              <a:gd name="connsiteY2" fmla="*/ 3634740 h 3649980"/>
              <a:gd name="connsiteX3" fmla="*/ 723900 w 2247900"/>
              <a:gd name="connsiteY3" fmla="*/ 3604260 h 3649980"/>
              <a:gd name="connsiteX4" fmla="*/ 777240 w 2247900"/>
              <a:gd name="connsiteY4" fmla="*/ 3558540 h 3649980"/>
              <a:gd name="connsiteX5" fmla="*/ 807720 w 2247900"/>
              <a:gd name="connsiteY5" fmla="*/ 3528060 h 3649980"/>
              <a:gd name="connsiteX6" fmla="*/ 845820 w 2247900"/>
              <a:gd name="connsiteY6" fmla="*/ 3497580 h 3649980"/>
              <a:gd name="connsiteX7" fmla="*/ 868680 w 2247900"/>
              <a:gd name="connsiteY7" fmla="*/ 3474720 h 3649980"/>
              <a:gd name="connsiteX8" fmla="*/ 891540 w 2247900"/>
              <a:gd name="connsiteY8" fmla="*/ 3459480 h 3649980"/>
              <a:gd name="connsiteX9" fmla="*/ 944880 w 2247900"/>
              <a:gd name="connsiteY9" fmla="*/ 3390900 h 3649980"/>
              <a:gd name="connsiteX10" fmla="*/ 975360 w 2247900"/>
              <a:gd name="connsiteY10" fmla="*/ 3352800 h 3649980"/>
              <a:gd name="connsiteX11" fmla="*/ 998220 w 2247900"/>
              <a:gd name="connsiteY11" fmla="*/ 3329940 h 3649980"/>
              <a:gd name="connsiteX12" fmla="*/ 1013460 w 2247900"/>
              <a:gd name="connsiteY12" fmla="*/ 3299460 h 3649980"/>
              <a:gd name="connsiteX13" fmla="*/ 1036320 w 2247900"/>
              <a:gd name="connsiteY13" fmla="*/ 3268980 h 3649980"/>
              <a:gd name="connsiteX14" fmla="*/ 1066800 w 2247900"/>
              <a:gd name="connsiteY14" fmla="*/ 3223260 h 3649980"/>
              <a:gd name="connsiteX15" fmla="*/ 1097280 w 2247900"/>
              <a:gd name="connsiteY15" fmla="*/ 3185160 h 3649980"/>
              <a:gd name="connsiteX16" fmla="*/ 1143000 w 2247900"/>
              <a:gd name="connsiteY16" fmla="*/ 3131820 h 3649980"/>
              <a:gd name="connsiteX17" fmla="*/ 1165860 w 2247900"/>
              <a:gd name="connsiteY17" fmla="*/ 3093720 h 3649980"/>
              <a:gd name="connsiteX18" fmla="*/ 1203960 w 2247900"/>
              <a:gd name="connsiteY18" fmla="*/ 3025140 h 3649980"/>
              <a:gd name="connsiteX19" fmla="*/ 1219200 w 2247900"/>
              <a:gd name="connsiteY19" fmla="*/ 2964180 h 3649980"/>
              <a:gd name="connsiteX20" fmla="*/ 1234440 w 2247900"/>
              <a:gd name="connsiteY20" fmla="*/ 2903220 h 3649980"/>
              <a:gd name="connsiteX21" fmla="*/ 1249680 w 2247900"/>
              <a:gd name="connsiteY21" fmla="*/ 1821180 h 3649980"/>
              <a:gd name="connsiteX22" fmla="*/ 1257300 w 2247900"/>
              <a:gd name="connsiteY22" fmla="*/ 1798320 h 3649980"/>
              <a:gd name="connsiteX23" fmla="*/ 1295400 w 2247900"/>
              <a:gd name="connsiteY23" fmla="*/ 1729740 h 3649980"/>
              <a:gd name="connsiteX24" fmla="*/ 1310640 w 2247900"/>
              <a:gd name="connsiteY24" fmla="*/ 1676400 h 3649980"/>
              <a:gd name="connsiteX25" fmla="*/ 1318260 w 2247900"/>
              <a:gd name="connsiteY25" fmla="*/ 1645920 h 3649980"/>
              <a:gd name="connsiteX26" fmla="*/ 1333500 w 2247900"/>
              <a:gd name="connsiteY26" fmla="*/ 1615440 h 3649980"/>
              <a:gd name="connsiteX27" fmla="*/ 1371600 w 2247900"/>
              <a:gd name="connsiteY27" fmla="*/ 1554480 h 3649980"/>
              <a:gd name="connsiteX28" fmla="*/ 1417320 w 2247900"/>
              <a:gd name="connsiteY28" fmla="*/ 1485900 h 3649980"/>
              <a:gd name="connsiteX29" fmla="*/ 1470660 w 2247900"/>
              <a:gd name="connsiteY29" fmla="*/ 1386840 h 3649980"/>
              <a:gd name="connsiteX30" fmla="*/ 1478280 w 2247900"/>
              <a:gd name="connsiteY30" fmla="*/ 1363980 h 3649980"/>
              <a:gd name="connsiteX31" fmla="*/ 1516380 w 2247900"/>
              <a:gd name="connsiteY31" fmla="*/ 1295400 h 3649980"/>
              <a:gd name="connsiteX32" fmla="*/ 1554480 w 2247900"/>
              <a:gd name="connsiteY32" fmla="*/ 1219200 h 3649980"/>
              <a:gd name="connsiteX33" fmla="*/ 1592580 w 2247900"/>
              <a:gd name="connsiteY33" fmla="*/ 1150620 h 3649980"/>
              <a:gd name="connsiteX34" fmla="*/ 1607820 w 2247900"/>
              <a:gd name="connsiteY34" fmla="*/ 1120140 h 3649980"/>
              <a:gd name="connsiteX35" fmla="*/ 1623060 w 2247900"/>
              <a:gd name="connsiteY35" fmla="*/ 1097280 h 3649980"/>
              <a:gd name="connsiteX36" fmla="*/ 1661160 w 2247900"/>
              <a:gd name="connsiteY36" fmla="*/ 1036320 h 3649980"/>
              <a:gd name="connsiteX37" fmla="*/ 1691640 w 2247900"/>
              <a:gd name="connsiteY37" fmla="*/ 990600 h 3649980"/>
              <a:gd name="connsiteX38" fmla="*/ 1699260 w 2247900"/>
              <a:gd name="connsiteY38" fmla="*/ 967740 h 3649980"/>
              <a:gd name="connsiteX39" fmla="*/ 1729740 w 2247900"/>
              <a:gd name="connsiteY39" fmla="*/ 922020 h 3649980"/>
              <a:gd name="connsiteX40" fmla="*/ 1744980 w 2247900"/>
              <a:gd name="connsiteY40" fmla="*/ 899160 h 3649980"/>
              <a:gd name="connsiteX41" fmla="*/ 1752600 w 2247900"/>
              <a:gd name="connsiteY41" fmla="*/ 868680 h 3649980"/>
              <a:gd name="connsiteX42" fmla="*/ 1798320 w 2247900"/>
              <a:gd name="connsiteY42" fmla="*/ 800100 h 3649980"/>
              <a:gd name="connsiteX43" fmla="*/ 1821180 w 2247900"/>
              <a:gd name="connsiteY43" fmla="*/ 754380 h 3649980"/>
              <a:gd name="connsiteX44" fmla="*/ 1828800 w 2247900"/>
              <a:gd name="connsiteY44" fmla="*/ 731520 h 3649980"/>
              <a:gd name="connsiteX45" fmla="*/ 1851660 w 2247900"/>
              <a:gd name="connsiteY45" fmla="*/ 708660 h 3649980"/>
              <a:gd name="connsiteX46" fmla="*/ 1882140 w 2247900"/>
              <a:gd name="connsiteY46" fmla="*/ 647700 h 3649980"/>
              <a:gd name="connsiteX47" fmla="*/ 1927860 w 2247900"/>
              <a:gd name="connsiteY47" fmla="*/ 579120 h 3649980"/>
              <a:gd name="connsiteX48" fmla="*/ 1958340 w 2247900"/>
              <a:gd name="connsiteY48" fmla="*/ 518160 h 3649980"/>
              <a:gd name="connsiteX49" fmla="*/ 1973580 w 2247900"/>
              <a:gd name="connsiteY49" fmla="*/ 495300 h 3649980"/>
              <a:gd name="connsiteX50" fmla="*/ 1988820 w 2247900"/>
              <a:gd name="connsiteY50" fmla="*/ 464820 h 3649980"/>
              <a:gd name="connsiteX51" fmla="*/ 2019300 w 2247900"/>
              <a:gd name="connsiteY51" fmla="*/ 419100 h 3649980"/>
              <a:gd name="connsiteX52" fmla="*/ 2049780 w 2247900"/>
              <a:gd name="connsiteY52" fmla="*/ 365760 h 3649980"/>
              <a:gd name="connsiteX53" fmla="*/ 2072640 w 2247900"/>
              <a:gd name="connsiteY53" fmla="*/ 320040 h 3649980"/>
              <a:gd name="connsiteX54" fmla="*/ 2080260 w 2247900"/>
              <a:gd name="connsiteY54" fmla="*/ 297180 h 3649980"/>
              <a:gd name="connsiteX55" fmla="*/ 2118360 w 2247900"/>
              <a:gd name="connsiteY55" fmla="*/ 243840 h 3649980"/>
              <a:gd name="connsiteX56" fmla="*/ 2141220 w 2247900"/>
              <a:gd name="connsiteY56" fmla="*/ 198120 h 3649980"/>
              <a:gd name="connsiteX57" fmla="*/ 2171700 w 2247900"/>
              <a:gd name="connsiteY57" fmla="*/ 144780 h 3649980"/>
              <a:gd name="connsiteX58" fmla="*/ 2202180 w 2247900"/>
              <a:gd name="connsiteY58" fmla="*/ 91440 h 3649980"/>
              <a:gd name="connsiteX59" fmla="*/ 2225040 w 2247900"/>
              <a:gd name="connsiteY59" fmla="*/ 38100 h 3649980"/>
              <a:gd name="connsiteX60" fmla="*/ 2240280 w 2247900"/>
              <a:gd name="connsiteY60" fmla="*/ 15240 h 3649980"/>
              <a:gd name="connsiteX61" fmla="*/ 2247900 w 2247900"/>
              <a:gd name="connsiteY61" fmla="*/ 0 h 3649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47900" h="3649980">
                <a:moveTo>
                  <a:pt x="0" y="3649980"/>
                </a:moveTo>
                <a:lnTo>
                  <a:pt x="647700" y="3642360"/>
                </a:lnTo>
                <a:cubicBezTo>
                  <a:pt x="655730" y="3642177"/>
                  <a:pt x="663586" y="3638725"/>
                  <a:pt x="670560" y="3634740"/>
                </a:cubicBezTo>
                <a:cubicBezTo>
                  <a:pt x="735145" y="3597834"/>
                  <a:pt x="671486" y="3621731"/>
                  <a:pt x="723900" y="3604260"/>
                </a:cubicBezTo>
                <a:cubicBezTo>
                  <a:pt x="788919" y="3539241"/>
                  <a:pt x="699038" y="3626967"/>
                  <a:pt x="777240" y="3558540"/>
                </a:cubicBezTo>
                <a:cubicBezTo>
                  <a:pt x="788053" y="3549078"/>
                  <a:pt x="796981" y="3537606"/>
                  <a:pt x="807720" y="3528060"/>
                </a:cubicBezTo>
                <a:cubicBezTo>
                  <a:pt x="819876" y="3517255"/>
                  <a:pt x="833580" y="3508290"/>
                  <a:pt x="845820" y="3497580"/>
                </a:cubicBezTo>
                <a:cubicBezTo>
                  <a:pt x="853930" y="3490484"/>
                  <a:pt x="860401" y="3481619"/>
                  <a:pt x="868680" y="3474720"/>
                </a:cubicBezTo>
                <a:cubicBezTo>
                  <a:pt x="875715" y="3468857"/>
                  <a:pt x="885380" y="3466256"/>
                  <a:pt x="891540" y="3459480"/>
                </a:cubicBezTo>
                <a:cubicBezTo>
                  <a:pt x="911021" y="3438051"/>
                  <a:pt x="926988" y="3413672"/>
                  <a:pt x="944880" y="3390900"/>
                </a:cubicBezTo>
                <a:cubicBezTo>
                  <a:pt x="954928" y="3378111"/>
                  <a:pt x="963860" y="3364300"/>
                  <a:pt x="975360" y="3352800"/>
                </a:cubicBezTo>
                <a:cubicBezTo>
                  <a:pt x="982980" y="3345180"/>
                  <a:pt x="991956" y="3338709"/>
                  <a:pt x="998220" y="3329940"/>
                </a:cubicBezTo>
                <a:cubicBezTo>
                  <a:pt x="1004822" y="3320697"/>
                  <a:pt x="1007440" y="3309093"/>
                  <a:pt x="1013460" y="3299460"/>
                </a:cubicBezTo>
                <a:cubicBezTo>
                  <a:pt x="1020191" y="3288690"/>
                  <a:pt x="1029037" y="3279384"/>
                  <a:pt x="1036320" y="3268980"/>
                </a:cubicBezTo>
                <a:cubicBezTo>
                  <a:pt x="1046824" y="3253975"/>
                  <a:pt x="1055358" y="3237563"/>
                  <a:pt x="1066800" y="3223260"/>
                </a:cubicBezTo>
                <a:cubicBezTo>
                  <a:pt x="1076960" y="3210560"/>
                  <a:pt x="1088258" y="3198692"/>
                  <a:pt x="1097280" y="3185160"/>
                </a:cubicBezTo>
                <a:cubicBezTo>
                  <a:pt x="1132146" y="3132861"/>
                  <a:pt x="1087840" y="3173190"/>
                  <a:pt x="1143000" y="3131820"/>
                </a:cubicBezTo>
                <a:cubicBezTo>
                  <a:pt x="1150620" y="3119120"/>
                  <a:pt x="1158667" y="3106667"/>
                  <a:pt x="1165860" y="3093720"/>
                </a:cubicBezTo>
                <a:cubicBezTo>
                  <a:pt x="1220519" y="2995334"/>
                  <a:pt x="1132496" y="3144247"/>
                  <a:pt x="1203960" y="3025140"/>
                </a:cubicBezTo>
                <a:cubicBezTo>
                  <a:pt x="1209040" y="3004820"/>
                  <a:pt x="1215092" y="2984719"/>
                  <a:pt x="1219200" y="2964180"/>
                </a:cubicBezTo>
                <a:cubicBezTo>
                  <a:pt x="1228395" y="2918204"/>
                  <a:pt x="1222724" y="2938367"/>
                  <a:pt x="1234440" y="2903220"/>
                </a:cubicBezTo>
                <a:cubicBezTo>
                  <a:pt x="1239520" y="2542540"/>
                  <a:pt x="1242219" y="2181819"/>
                  <a:pt x="1249680" y="1821180"/>
                </a:cubicBezTo>
                <a:cubicBezTo>
                  <a:pt x="1249846" y="1813150"/>
                  <a:pt x="1255558" y="1806161"/>
                  <a:pt x="1257300" y="1798320"/>
                </a:cubicBezTo>
                <a:cubicBezTo>
                  <a:pt x="1270891" y="1737160"/>
                  <a:pt x="1249368" y="1764264"/>
                  <a:pt x="1295400" y="1729740"/>
                </a:cubicBezTo>
                <a:cubicBezTo>
                  <a:pt x="1300480" y="1711960"/>
                  <a:pt x="1305775" y="1694240"/>
                  <a:pt x="1310640" y="1676400"/>
                </a:cubicBezTo>
                <a:cubicBezTo>
                  <a:pt x="1313396" y="1666296"/>
                  <a:pt x="1314583" y="1655726"/>
                  <a:pt x="1318260" y="1645920"/>
                </a:cubicBezTo>
                <a:cubicBezTo>
                  <a:pt x="1322248" y="1635284"/>
                  <a:pt x="1327864" y="1625303"/>
                  <a:pt x="1333500" y="1615440"/>
                </a:cubicBezTo>
                <a:cubicBezTo>
                  <a:pt x="1349780" y="1586950"/>
                  <a:pt x="1355632" y="1589609"/>
                  <a:pt x="1371600" y="1554480"/>
                </a:cubicBezTo>
                <a:cubicBezTo>
                  <a:pt x="1401480" y="1488744"/>
                  <a:pt x="1365589" y="1524698"/>
                  <a:pt x="1417320" y="1485900"/>
                </a:cubicBezTo>
                <a:cubicBezTo>
                  <a:pt x="1433727" y="1458555"/>
                  <a:pt x="1461384" y="1414668"/>
                  <a:pt x="1470660" y="1386840"/>
                </a:cubicBezTo>
                <a:cubicBezTo>
                  <a:pt x="1473200" y="1379220"/>
                  <a:pt x="1474688" y="1371164"/>
                  <a:pt x="1478280" y="1363980"/>
                </a:cubicBezTo>
                <a:cubicBezTo>
                  <a:pt x="1497614" y="1325312"/>
                  <a:pt x="1501703" y="1332092"/>
                  <a:pt x="1516380" y="1295400"/>
                </a:cubicBezTo>
                <a:cubicBezTo>
                  <a:pt x="1543889" y="1226628"/>
                  <a:pt x="1515457" y="1271231"/>
                  <a:pt x="1554480" y="1219200"/>
                </a:cubicBezTo>
                <a:cubicBezTo>
                  <a:pt x="1575552" y="1155983"/>
                  <a:pt x="1540177" y="1255426"/>
                  <a:pt x="1592580" y="1150620"/>
                </a:cubicBezTo>
                <a:cubicBezTo>
                  <a:pt x="1597660" y="1140460"/>
                  <a:pt x="1602184" y="1130003"/>
                  <a:pt x="1607820" y="1120140"/>
                </a:cubicBezTo>
                <a:cubicBezTo>
                  <a:pt x="1612364" y="1112189"/>
                  <a:pt x="1618964" y="1105471"/>
                  <a:pt x="1623060" y="1097280"/>
                </a:cubicBezTo>
                <a:cubicBezTo>
                  <a:pt x="1651923" y="1039553"/>
                  <a:pt x="1621048" y="1076432"/>
                  <a:pt x="1661160" y="1036320"/>
                </a:cubicBezTo>
                <a:cubicBezTo>
                  <a:pt x="1678660" y="966320"/>
                  <a:pt x="1653369" y="1038439"/>
                  <a:pt x="1691640" y="990600"/>
                </a:cubicBezTo>
                <a:cubicBezTo>
                  <a:pt x="1696658" y="984328"/>
                  <a:pt x="1695359" y="974761"/>
                  <a:pt x="1699260" y="967740"/>
                </a:cubicBezTo>
                <a:cubicBezTo>
                  <a:pt x="1708155" y="951729"/>
                  <a:pt x="1719580" y="937260"/>
                  <a:pt x="1729740" y="922020"/>
                </a:cubicBezTo>
                <a:lnTo>
                  <a:pt x="1744980" y="899160"/>
                </a:lnTo>
                <a:cubicBezTo>
                  <a:pt x="1747520" y="889000"/>
                  <a:pt x="1748347" y="878250"/>
                  <a:pt x="1752600" y="868680"/>
                </a:cubicBezTo>
                <a:cubicBezTo>
                  <a:pt x="1763289" y="844630"/>
                  <a:pt x="1782613" y="821042"/>
                  <a:pt x="1798320" y="800100"/>
                </a:cubicBezTo>
                <a:cubicBezTo>
                  <a:pt x="1817473" y="742641"/>
                  <a:pt x="1791637" y="813466"/>
                  <a:pt x="1821180" y="754380"/>
                </a:cubicBezTo>
                <a:cubicBezTo>
                  <a:pt x="1824772" y="747196"/>
                  <a:pt x="1824345" y="738203"/>
                  <a:pt x="1828800" y="731520"/>
                </a:cubicBezTo>
                <a:cubicBezTo>
                  <a:pt x="1834778" y="722554"/>
                  <a:pt x="1845874" y="717752"/>
                  <a:pt x="1851660" y="708660"/>
                </a:cubicBezTo>
                <a:cubicBezTo>
                  <a:pt x="1863857" y="689493"/>
                  <a:pt x="1869538" y="666603"/>
                  <a:pt x="1882140" y="647700"/>
                </a:cubicBezTo>
                <a:cubicBezTo>
                  <a:pt x="1897380" y="624840"/>
                  <a:pt x="1915573" y="603694"/>
                  <a:pt x="1927860" y="579120"/>
                </a:cubicBezTo>
                <a:cubicBezTo>
                  <a:pt x="1938020" y="558800"/>
                  <a:pt x="1945738" y="537063"/>
                  <a:pt x="1958340" y="518160"/>
                </a:cubicBezTo>
                <a:cubicBezTo>
                  <a:pt x="1963420" y="510540"/>
                  <a:pt x="1969036" y="503251"/>
                  <a:pt x="1973580" y="495300"/>
                </a:cubicBezTo>
                <a:cubicBezTo>
                  <a:pt x="1979216" y="485437"/>
                  <a:pt x="1982976" y="474560"/>
                  <a:pt x="1988820" y="464820"/>
                </a:cubicBezTo>
                <a:cubicBezTo>
                  <a:pt x="1998244" y="449114"/>
                  <a:pt x="2013508" y="436476"/>
                  <a:pt x="2019300" y="419100"/>
                </a:cubicBezTo>
                <a:cubicBezTo>
                  <a:pt x="2030936" y="384192"/>
                  <a:pt x="2022101" y="402666"/>
                  <a:pt x="2049780" y="365760"/>
                </a:cubicBezTo>
                <a:cubicBezTo>
                  <a:pt x="2068933" y="308301"/>
                  <a:pt x="2043097" y="379126"/>
                  <a:pt x="2072640" y="320040"/>
                </a:cubicBezTo>
                <a:cubicBezTo>
                  <a:pt x="2076232" y="312856"/>
                  <a:pt x="2076668" y="304364"/>
                  <a:pt x="2080260" y="297180"/>
                </a:cubicBezTo>
                <a:cubicBezTo>
                  <a:pt x="2085831" y="286038"/>
                  <a:pt x="2113183" y="250743"/>
                  <a:pt x="2118360" y="243840"/>
                </a:cubicBezTo>
                <a:cubicBezTo>
                  <a:pt x="2132331" y="201927"/>
                  <a:pt x="2117585" y="239480"/>
                  <a:pt x="2141220" y="198120"/>
                </a:cubicBezTo>
                <a:cubicBezTo>
                  <a:pt x="2179891" y="130445"/>
                  <a:pt x="2134570" y="200475"/>
                  <a:pt x="2171700" y="144780"/>
                </a:cubicBezTo>
                <a:cubicBezTo>
                  <a:pt x="2186459" y="85745"/>
                  <a:pt x="2167258" y="140330"/>
                  <a:pt x="2202180" y="91440"/>
                </a:cubicBezTo>
                <a:cubicBezTo>
                  <a:pt x="2228607" y="54442"/>
                  <a:pt x="2208457" y="71265"/>
                  <a:pt x="2225040" y="38100"/>
                </a:cubicBezTo>
                <a:cubicBezTo>
                  <a:pt x="2229136" y="29909"/>
                  <a:pt x="2235568" y="23093"/>
                  <a:pt x="2240280" y="15240"/>
                </a:cubicBezTo>
                <a:cubicBezTo>
                  <a:pt x="2243202" y="10370"/>
                  <a:pt x="2245360" y="5080"/>
                  <a:pt x="224790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7500958" y="214311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A0201</a:t>
            </a:r>
            <a:endParaRPr lang="ko-KR" altLang="en-US" sz="1000" b="1" dirty="0"/>
          </a:p>
        </p:txBody>
      </p:sp>
      <p:pic>
        <p:nvPicPr>
          <p:cNvPr id="12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5206" y="5214950"/>
            <a:ext cx="1239030" cy="87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" name="TextBox 122"/>
          <p:cNvSpPr txBox="1"/>
          <p:nvPr/>
        </p:nvSpPr>
        <p:spPr>
          <a:xfrm>
            <a:off x="7143768" y="523713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A0201</a:t>
            </a:r>
            <a:endParaRPr lang="ko-KR" altLang="en-US" sz="1000" b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7286644" y="5500702"/>
            <a:ext cx="1556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/>
              <a:t>주현석님 의 작업페이지</a:t>
            </a:r>
            <a:endParaRPr lang="en-US" altLang="ko-KR" sz="1000" b="1" dirty="0"/>
          </a:p>
        </p:txBody>
      </p:sp>
      <p:sp>
        <p:nvSpPr>
          <p:cNvPr id="125" name="자유형 124"/>
          <p:cNvSpPr/>
          <p:nvPr/>
        </p:nvSpPr>
        <p:spPr>
          <a:xfrm>
            <a:off x="3421380" y="800100"/>
            <a:ext cx="5654040" cy="739140"/>
          </a:xfrm>
          <a:custGeom>
            <a:avLst/>
            <a:gdLst>
              <a:gd name="connsiteX0" fmla="*/ 5654040 w 5654040"/>
              <a:gd name="connsiteY0" fmla="*/ 731520 h 739140"/>
              <a:gd name="connsiteX1" fmla="*/ 5593080 w 5654040"/>
              <a:gd name="connsiteY1" fmla="*/ 617220 h 739140"/>
              <a:gd name="connsiteX2" fmla="*/ 5570220 w 5654040"/>
              <a:gd name="connsiteY2" fmla="*/ 579120 h 739140"/>
              <a:gd name="connsiteX3" fmla="*/ 5486400 w 5654040"/>
              <a:gd name="connsiteY3" fmla="*/ 518160 h 739140"/>
              <a:gd name="connsiteX4" fmla="*/ 5425440 w 5654040"/>
              <a:gd name="connsiteY4" fmla="*/ 472440 h 739140"/>
              <a:gd name="connsiteX5" fmla="*/ 5387340 w 5654040"/>
              <a:gd name="connsiteY5" fmla="*/ 449580 h 739140"/>
              <a:gd name="connsiteX6" fmla="*/ 5364480 w 5654040"/>
              <a:gd name="connsiteY6" fmla="*/ 426720 h 739140"/>
              <a:gd name="connsiteX7" fmla="*/ 5303520 w 5654040"/>
              <a:gd name="connsiteY7" fmla="*/ 388620 h 739140"/>
              <a:gd name="connsiteX8" fmla="*/ 5242560 w 5654040"/>
              <a:gd name="connsiteY8" fmla="*/ 335280 h 739140"/>
              <a:gd name="connsiteX9" fmla="*/ 5166360 w 5654040"/>
              <a:gd name="connsiteY9" fmla="*/ 289560 h 739140"/>
              <a:gd name="connsiteX10" fmla="*/ 5120640 w 5654040"/>
              <a:gd name="connsiteY10" fmla="*/ 266700 h 739140"/>
              <a:gd name="connsiteX11" fmla="*/ 5082540 w 5654040"/>
              <a:gd name="connsiteY11" fmla="*/ 251460 h 739140"/>
              <a:gd name="connsiteX12" fmla="*/ 5029200 w 5654040"/>
              <a:gd name="connsiteY12" fmla="*/ 236220 h 739140"/>
              <a:gd name="connsiteX13" fmla="*/ 4983480 w 5654040"/>
              <a:gd name="connsiteY13" fmla="*/ 213360 h 739140"/>
              <a:gd name="connsiteX14" fmla="*/ 4945380 w 5654040"/>
              <a:gd name="connsiteY14" fmla="*/ 205740 h 739140"/>
              <a:gd name="connsiteX15" fmla="*/ 4899660 w 5654040"/>
              <a:gd name="connsiteY15" fmla="*/ 190500 h 739140"/>
              <a:gd name="connsiteX16" fmla="*/ 4869180 w 5654040"/>
              <a:gd name="connsiteY16" fmla="*/ 182880 h 739140"/>
              <a:gd name="connsiteX17" fmla="*/ 4846320 w 5654040"/>
              <a:gd name="connsiteY17" fmla="*/ 175260 h 739140"/>
              <a:gd name="connsiteX18" fmla="*/ 4815840 w 5654040"/>
              <a:gd name="connsiteY18" fmla="*/ 167640 h 739140"/>
              <a:gd name="connsiteX19" fmla="*/ 4785360 w 5654040"/>
              <a:gd name="connsiteY19" fmla="*/ 152400 h 739140"/>
              <a:gd name="connsiteX20" fmla="*/ 4762500 w 5654040"/>
              <a:gd name="connsiteY20" fmla="*/ 144780 h 739140"/>
              <a:gd name="connsiteX21" fmla="*/ 4709160 w 5654040"/>
              <a:gd name="connsiteY21" fmla="*/ 121920 h 739140"/>
              <a:gd name="connsiteX22" fmla="*/ 4472940 w 5654040"/>
              <a:gd name="connsiteY22" fmla="*/ 83820 h 739140"/>
              <a:gd name="connsiteX23" fmla="*/ 4442460 w 5654040"/>
              <a:gd name="connsiteY23" fmla="*/ 76200 h 739140"/>
              <a:gd name="connsiteX24" fmla="*/ 3817620 w 5654040"/>
              <a:gd name="connsiteY24" fmla="*/ 83820 h 739140"/>
              <a:gd name="connsiteX25" fmla="*/ 3680460 w 5654040"/>
              <a:gd name="connsiteY25" fmla="*/ 99060 h 739140"/>
              <a:gd name="connsiteX26" fmla="*/ 3573780 w 5654040"/>
              <a:gd name="connsiteY26" fmla="*/ 121920 h 739140"/>
              <a:gd name="connsiteX27" fmla="*/ 3299460 w 5654040"/>
              <a:gd name="connsiteY27" fmla="*/ 152400 h 739140"/>
              <a:gd name="connsiteX28" fmla="*/ 3276600 w 5654040"/>
              <a:gd name="connsiteY28" fmla="*/ 160020 h 739140"/>
              <a:gd name="connsiteX29" fmla="*/ 3154680 w 5654040"/>
              <a:gd name="connsiteY29" fmla="*/ 175260 h 739140"/>
              <a:gd name="connsiteX30" fmla="*/ 3017520 w 5654040"/>
              <a:gd name="connsiteY30" fmla="*/ 198120 h 739140"/>
              <a:gd name="connsiteX31" fmla="*/ 2964180 w 5654040"/>
              <a:gd name="connsiteY31" fmla="*/ 205740 h 739140"/>
              <a:gd name="connsiteX32" fmla="*/ 2903220 w 5654040"/>
              <a:gd name="connsiteY32" fmla="*/ 213360 h 739140"/>
              <a:gd name="connsiteX33" fmla="*/ 2811780 w 5654040"/>
              <a:gd name="connsiteY33" fmla="*/ 236220 h 739140"/>
              <a:gd name="connsiteX34" fmla="*/ 2682240 w 5654040"/>
              <a:gd name="connsiteY34" fmla="*/ 243840 h 739140"/>
              <a:gd name="connsiteX35" fmla="*/ 2606040 w 5654040"/>
              <a:gd name="connsiteY35" fmla="*/ 266700 h 739140"/>
              <a:gd name="connsiteX36" fmla="*/ 2575560 w 5654040"/>
              <a:gd name="connsiteY36" fmla="*/ 274320 h 739140"/>
              <a:gd name="connsiteX37" fmla="*/ 2529840 w 5654040"/>
              <a:gd name="connsiteY37" fmla="*/ 289560 h 739140"/>
              <a:gd name="connsiteX38" fmla="*/ 2415540 w 5654040"/>
              <a:gd name="connsiteY38" fmla="*/ 297180 h 739140"/>
              <a:gd name="connsiteX39" fmla="*/ 2346960 w 5654040"/>
              <a:gd name="connsiteY39" fmla="*/ 312420 h 739140"/>
              <a:gd name="connsiteX40" fmla="*/ 2278380 w 5654040"/>
              <a:gd name="connsiteY40" fmla="*/ 327660 h 739140"/>
              <a:gd name="connsiteX41" fmla="*/ 2225040 w 5654040"/>
              <a:gd name="connsiteY41" fmla="*/ 342900 h 739140"/>
              <a:gd name="connsiteX42" fmla="*/ 2179320 w 5654040"/>
              <a:gd name="connsiteY42" fmla="*/ 350520 h 739140"/>
              <a:gd name="connsiteX43" fmla="*/ 2156460 w 5654040"/>
              <a:gd name="connsiteY43" fmla="*/ 358140 h 739140"/>
              <a:gd name="connsiteX44" fmla="*/ 2049780 w 5654040"/>
              <a:gd name="connsiteY44" fmla="*/ 373380 h 739140"/>
              <a:gd name="connsiteX45" fmla="*/ 2004060 w 5654040"/>
              <a:gd name="connsiteY45" fmla="*/ 381000 h 739140"/>
              <a:gd name="connsiteX46" fmla="*/ 1950720 w 5654040"/>
              <a:gd name="connsiteY46" fmla="*/ 388620 h 739140"/>
              <a:gd name="connsiteX47" fmla="*/ 1920240 w 5654040"/>
              <a:gd name="connsiteY47" fmla="*/ 396240 h 739140"/>
              <a:gd name="connsiteX48" fmla="*/ 1874520 w 5654040"/>
              <a:gd name="connsiteY48" fmla="*/ 403860 h 739140"/>
              <a:gd name="connsiteX49" fmla="*/ 1805940 w 5654040"/>
              <a:gd name="connsiteY49" fmla="*/ 419100 h 739140"/>
              <a:gd name="connsiteX50" fmla="*/ 1676400 w 5654040"/>
              <a:gd name="connsiteY50" fmla="*/ 434340 h 739140"/>
              <a:gd name="connsiteX51" fmla="*/ 1630680 w 5654040"/>
              <a:gd name="connsiteY51" fmla="*/ 441960 h 739140"/>
              <a:gd name="connsiteX52" fmla="*/ 1577340 w 5654040"/>
              <a:gd name="connsiteY52" fmla="*/ 449580 h 739140"/>
              <a:gd name="connsiteX53" fmla="*/ 1539240 w 5654040"/>
              <a:gd name="connsiteY53" fmla="*/ 457200 h 739140"/>
              <a:gd name="connsiteX54" fmla="*/ 1478280 w 5654040"/>
              <a:gd name="connsiteY54" fmla="*/ 464820 h 739140"/>
              <a:gd name="connsiteX55" fmla="*/ 1432560 w 5654040"/>
              <a:gd name="connsiteY55" fmla="*/ 472440 h 739140"/>
              <a:gd name="connsiteX56" fmla="*/ 1325880 w 5654040"/>
              <a:gd name="connsiteY56" fmla="*/ 487680 h 739140"/>
              <a:gd name="connsiteX57" fmla="*/ 1234440 w 5654040"/>
              <a:gd name="connsiteY57" fmla="*/ 502920 h 739140"/>
              <a:gd name="connsiteX58" fmla="*/ 1082040 w 5654040"/>
              <a:gd name="connsiteY58" fmla="*/ 525780 h 739140"/>
              <a:gd name="connsiteX59" fmla="*/ 1021080 w 5654040"/>
              <a:gd name="connsiteY59" fmla="*/ 533400 h 739140"/>
              <a:gd name="connsiteX60" fmla="*/ 922020 w 5654040"/>
              <a:gd name="connsiteY60" fmla="*/ 541020 h 739140"/>
              <a:gd name="connsiteX61" fmla="*/ 144780 w 5654040"/>
              <a:gd name="connsiteY61" fmla="*/ 525780 h 739140"/>
              <a:gd name="connsiteX62" fmla="*/ 76200 w 5654040"/>
              <a:gd name="connsiteY62" fmla="*/ 472440 h 739140"/>
              <a:gd name="connsiteX63" fmla="*/ 60960 w 5654040"/>
              <a:gd name="connsiteY63" fmla="*/ 441960 h 739140"/>
              <a:gd name="connsiteX64" fmla="*/ 45720 w 5654040"/>
              <a:gd name="connsiteY64" fmla="*/ 419100 h 739140"/>
              <a:gd name="connsiteX65" fmla="*/ 30480 w 5654040"/>
              <a:gd name="connsiteY65" fmla="*/ 373380 h 739140"/>
              <a:gd name="connsiteX66" fmla="*/ 15240 w 5654040"/>
              <a:gd name="connsiteY66" fmla="*/ 312420 h 739140"/>
              <a:gd name="connsiteX67" fmla="*/ 0 w 5654040"/>
              <a:gd name="connsiteY67" fmla="*/ 243840 h 739140"/>
              <a:gd name="connsiteX68" fmla="*/ 7620 w 5654040"/>
              <a:gd name="connsiteY68" fmla="*/ 220980 h 739140"/>
              <a:gd name="connsiteX69" fmla="*/ 53340 w 5654040"/>
              <a:gd name="connsiteY69" fmla="*/ 243840 h 739140"/>
              <a:gd name="connsiteX70" fmla="*/ 152400 w 5654040"/>
              <a:gd name="connsiteY70" fmla="*/ 236220 h 739140"/>
              <a:gd name="connsiteX71" fmla="*/ 175260 w 5654040"/>
              <a:gd name="connsiteY71" fmla="*/ 220980 h 739140"/>
              <a:gd name="connsiteX72" fmla="*/ 220980 w 5654040"/>
              <a:gd name="connsiteY72" fmla="*/ 175260 h 739140"/>
              <a:gd name="connsiteX73" fmla="*/ 243840 w 5654040"/>
              <a:gd name="connsiteY73" fmla="*/ 152400 h 739140"/>
              <a:gd name="connsiteX74" fmla="*/ 274320 w 5654040"/>
              <a:gd name="connsiteY74" fmla="*/ 121920 h 739140"/>
              <a:gd name="connsiteX75" fmla="*/ 297180 w 5654040"/>
              <a:gd name="connsiteY75" fmla="*/ 114300 h 739140"/>
              <a:gd name="connsiteX76" fmla="*/ 342900 w 5654040"/>
              <a:gd name="connsiteY76" fmla="*/ 91440 h 739140"/>
              <a:gd name="connsiteX77" fmla="*/ 548640 w 5654040"/>
              <a:gd name="connsiteY77" fmla="*/ 106680 h 739140"/>
              <a:gd name="connsiteX78" fmla="*/ 601980 w 5654040"/>
              <a:gd name="connsiteY78" fmla="*/ 129540 h 739140"/>
              <a:gd name="connsiteX79" fmla="*/ 624840 w 5654040"/>
              <a:gd name="connsiteY79" fmla="*/ 152400 h 739140"/>
              <a:gd name="connsiteX80" fmla="*/ 655320 w 5654040"/>
              <a:gd name="connsiteY80" fmla="*/ 167640 h 739140"/>
              <a:gd name="connsiteX81" fmla="*/ 708660 w 5654040"/>
              <a:gd name="connsiteY81" fmla="*/ 144780 h 739140"/>
              <a:gd name="connsiteX82" fmla="*/ 731520 w 5654040"/>
              <a:gd name="connsiteY82" fmla="*/ 121920 h 739140"/>
              <a:gd name="connsiteX83" fmla="*/ 754380 w 5654040"/>
              <a:gd name="connsiteY83" fmla="*/ 114300 h 739140"/>
              <a:gd name="connsiteX84" fmla="*/ 822960 w 5654040"/>
              <a:gd name="connsiteY84" fmla="*/ 91440 h 739140"/>
              <a:gd name="connsiteX85" fmla="*/ 1036320 w 5654040"/>
              <a:gd name="connsiteY85" fmla="*/ 99060 h 739140"/>
              <a:gd name="connsiteX86" fmla="*/ 1066800 w 5654040"/>
              <a:gd name="connsiteY86" fmla="*/ 106680 h 739140"/>
              <a:gd name="connsiteX87" fmla="*/ 1135380 w 5654040"/>
              <a:gd name="connsiteY87" fmla="*/ 68580 h 739140"/>
              <a:gd name="connsiteX88" fmla="*/ 1158240 w 5654040"/>
              <a:gd name="connsiteY88" fmla="*/ 53340 h 739140"/>
              <a:gd name="connsiteX89" fmla="*/ 1196340 w 5654040"/>
              <a:gd name="connsiteY89" fmla="*/ 45720 h 739140"/>
              <a:gd name="connsiteX90" fmla="*/ 1303020 w 5654040"/>
              <a:gd name="connsiteY90" fmla="*/ 15240 h 739140"/>
              <a:gd name="connsiteX91" fmla="*/ 1455420 w 5654040"/>
              <a:gd name="connsiteY91" fmla="*/ 0 h 739140"/>
              <a:gd name="connsiteX92" fmla="*/ 2606040 w 5654040"/>
              <a:gd name="connsiteY92" fmla="*/ 7620 h 739140"/>
              <a:gd name="connsiteX93" fmla="*/ 2659380 w 5654040"/>
              <a:gd name="connsiteY93" fmla="*/ 22860 h 739140"/>
              <a:gd name="connsiteX94" fmla="*/ 2827020 w 5654040"/>
              <a:gd name="connsiteY94" fmla="*/ 30480 h 739140"/>
              <a:gd name="connsiteX95" fmla="*/ 2926080 w 5654040"/>
              <a:gd name="connsiteY95" fmla="*/ 45720 h 739140"/>
              <a:gd name="connsiteX96" fmla="*/ 2979420 w 5654040"/>
              <a:gd name="connsiteY96" fmla="*/ 53340 h 739140"/>
              <a:gd name="connsiteX97" fmla="*/ 3108960 w 5654040"/>
              <a:gd name="connsiteY97" fmla="*/ 76200 h 739140"/>
              <a:gd name="connsiteX98" fmla="*/ 3192780 w 5654040"/>
              <a:gd name="connsiteY98" fmla="*/ 83820 h 739140"/>
              <a:gd name="connsiteX99" fmla="*/ 3337560 w 5654040"/>
              <a:gd name="connsiteY99" fmla="*/ 106680 h 739140"/>
              <a:gd name="connsiteX100" fmla="*/ 3459480 w 5654040"/>
              <a:gd name="connsiteY100" fmla="*/ 121920 h 739140"/>
              <a:gd name="connsiteX101" fmla="*/ 3512820 w 5654040"/>
              <a:gd name="connsiteY101" fmla="*/ 137160 h 739140"/>
              <a:gd name="connsiteX102" fmla="*/ 3649980 w 5654040"/>
              <a:gd name="connsiteY102" fmla="*/ 160020 h 739140"/>
              <a:gd name="connsiteX103" fmla="*/ 3672840 w 5654040"/>
              <a:gd name="connsiteY103" fmla="*/ 175260 h 739140"/>
              <a:gd name="connsiteX104" fmla="*/ 3695700 w 5654040"/>
              <a:gd name="connsiteY104" fmla="*/ 182880 h 739140"/>
              <a:gd name="connsiteX105" fmla="*/ 3779520 w 5654040"/>
              <a:gd name="connsiteY105" fmla="*/ 205740 h 739140"/>
              <a:gd name="connsiteX106" fmla="*/ 3825240 w 5654040"/>
              <a:gd name="connsiteY106" fmla="*/ 213360 h 739140"/>
              <a:gd name="connsiteX107" fmla="*/ 3924300 w 5654040"/>
              <a:gd name="connsiteY107" fmla="*/ 243840 h 739140"/>
              <a:gd name="connsiteX108" fmla="*/ 3977640 w 5654040"/>
              <a:gd name="connsiteY108" fmla="*/ 259080 h 739140"/>
              <a:gd name="connsiteX109" fmla="*/ 4038600 w 5654040"/>
              <a:gd name="connsiteY109" fmla="*/ 274320 h 739140"/>
              <a:gd name="connsiteX110" fmla="*/ 4114800 w 5654040"/>
              <a:gd name="connsiteY110" fmla="*/ 297180 h 739140"/>
              <a:gd name="connsiteX111" fmla="*/ 4175760 w 5654040"/>
              <a:gd name="connsiteY111" fmla="*/ 320040 h 739140"/>
              <a:gd name="connsiteX112" fmla="*/ 4213860 w 5654040"/>
              <a:gd name="connsiteY112" fmla="*/ 327660 h 739140"/>
              <a:gd name="connsiteX113" fmla="*/ 4236720 w 5654040"/>
              <a:gd name="connsiteY113" fmla="*/ 342900 h 739140"/>
              <a:gd name="connsiteX114" fmla="*/ 4274820 w 5654040"/>
              <a:gd name="connsiteY114" fmla="*/ 350520 h 739140"/>
              <a:gd name="connsiteX115" fmla="*/ 4328160 w 5654040"/>
              <a:gd name="connsiteY115" fmla="*/ 365760 h 739140"/>
              <a:gd name="connsiteX116" fmla="*/ 4381500 w 5654040"/>
              <a:gd name="connsiteY116" fmla="*/ 396240 h 739140"/>
              <a:gd name="connsiteX117" fmla="*/ 4404360 w 5654040"/>
              <a:gd name="connsiteY117" fmla="*/ 403860 h 739140"/>
              <a:gd name="connsiteX118" fmla="*/ 4465320 w 5654040"/>
              <a:gd name="connsiteY118" fmla="*/ 419100 h 739140"/>
              <a:gd name="connsiteX119" fmla="*/ 4488180 w 5654040"/>
              <a:gd name="connsiteY119" fmla="*/ 426720 h 739140"/>
              <a:gd name="connsiteX120" fmla="*/ 4511040 w 5654040"/>
              <a:gd name="connsiteY120" fmla="*/ 441960 h 739140"/>
              <a:gd name="connsiteX121" fmla="*/ 4533900 w 5654040"/>
              <a:gd name="connsiteY121" fmla="*/ 449580 h 739140"/>
              <a:gd name="connsiteX122" fmla="*/ 4564380 w 5654040"/>
              <a:gd name="connsiteY122" fmla="*/ 464820 h 739140"/>
              <a:gd name="connsiteX123" fmla="*/ 4587240 w 5654040"/>
              <a:gd name="connsiteY123" fmla="*/ 472440 h 739140"/>
              <a:gd name="connsiteX124" fmla="*/ 4625340 w 5654040"/>
              <a:gd name="connsiteY124" fmla="*/ 495300 h 739140"/>
              <a:gd name="connsiteX125" fmla="*/ 4671060 w 5654040"/>
              <a:gd name="connsiteY125" fmla="*/ 525780 h 739140"/>
              <a:gd name="connsiteX126" fmla="*/ 4724400 w 5654040"/>
              <a:gd name="connsiteY126" fmla="*/ 548640 h 739140"/>
              <a:gd name="connsiteX127" fmla="*/ 4747260 w 5654040"/>
              <a:gd name="connsiteY127" fmla="*/ 563880 h 739140"/>
              <a:gd name="connsiteX128" fmla="*/ 4777740 w 5654040"/>
              <a:gd name="connsiteY128" fmla="*/ 579120 h 739140"/>
              <a:gd name="connsiteX129" fmla="*/ 4831080 w 5654040"/>
              <a:gd name="connsiteY129" fmla="*/ 624840 h 739140"/>
              <a:gd name="connsiteX130" fmla="*/ 4876800 w 5654040"/>
              <a:gd name="connsiteY130" fmla="*/ 655320 h 739140"/>
              <a:gd name="connsiteX131" fmla="*/ 4922520 w 5654040"/>
              <a:gd name="connsiteY131" fmla="*/ 708660 h 739140"/>
              <a:gd name="connsiteX132" fmla="*/ 4937760 w 5654040"/>
              <a:gd name="connsiteY132" fmla="*/ 739140 h 73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654040" h="739140">
                <a:moveTo>
                  <a:pt x="5654040" y="731520"/>
                </a:moveTo>
                <a:cubicBezTo>
                  <a:pt x="5586936" y="583891"/>
                  <a:pt x="5644182" y="693873"/>
                  <a:pt x="5593080" y="617220"/>
                </a:cubicBezTo>
                <a:cubicBezTo>
                  <a:pt x="5584865" y="604897"/>
                  <a:pt x="5580060" y="590190"/>
                  <a:pt x="5570220" y="579120"/>
                </a:cubicBezTo>
                <a:cubicBezTo>
                  <a:pt x="5553184" y="559954"/>
                  <a:pt x="5505823" y="532034"/>
                  <a:pt x="5486400" y="518160"/>
                </a:cubicBezTo>
                <a:cubicBezTo>
                  <a:pt x="5465731" y="503397"/>
                  <a:pt x="5446324" y="486898"/>
                  <a:pt x="5425440" y="472440"/>
                </a:cubicBezTo>
                <a:cubicBezTo>
                  <a:pt x="5413263" y="464010"/>
                  <a:pt x="5399188" y="458466"/>
                  <a:pt x="5387340" y="449580"/>
                </a:cubicBezTo>
                <a:cubicBezTo>
                  <a:pt x="5378719" y="443114"/>
                  <a:pt x="5373195" y="433058"/>
                  <a:pt x="5364480" y="426720"/>
                </a:cubicBezTo>
                <a:cubicBezTo>
                  <a:pt x="5345101" y="412626"/>
                  <a:pt x="5320464" y="405564"/>
                  <a:pt x="5303520" y="388620"/>
                </a:cubicBezTo>
                <a:cubicBezTo>
                  <a:pt x="5278306" y="363406"/>
                  <a:pt x="5271942" y="354169"/>
                  <a:pt x="5242560" y="335280"/>
                </a:cubicBezTo>
                <a:cubicBezTo>
                  <a:pt x="5217643" y="319262"/>
                  <a:pt x="5194461" y="298927"/>
                  <a:pt x="5166360" y="289560"/>
                </a:cubicBezTo>
                <a:cubicBezTo>
                  <a:pt x="5108901" y="270407"/>
                  <a:pt x="5179726" y="296243"/>
                  <a:pt x="5120640" y="266700"/>
                </a:cubicBezTo>
                <a:cubicBezTo>
                  <a:pt x="5108406" y="260583"/>
                  <a:pt x="5095516" y="255785"/>
                  <a:pt x="5082540" y="251460"/>
                </a:cubicBezTo>
                <a:cubicBezTo>
                  <a:pt x="5058323" y="243388"/>
                  <a:pt x="5051215" y="246005"/>
                  <a:pt x="5029200" y="236220"/>
                </a:cubicBezTo>
                <a:cubicBezTo>
                  <a:pt x="5013630" y="229300"/>
                  <a:pt x="4999493" y="219183"/>
                  <a:pt x="4983480" y="213360"/>
                </a:cubicBezTo>
                <a:cubicBezTo>
                  <a:pt x="4971308" y="208934"/>
                  <a:pt x="4957875" y="209148"/>
                  <a:pt x="4945380" y="205740"/>
                </a:cubicBezTo>
                <a:cubicBezTo>
                  <a:pt x="4929882" y="201513"/>
                  <a:pt x="4915047" y="195116"/>
                  <a:pt x="4899660" y="190500"/>
                </a:cubicBezTo>
                <a:cubicBezTo>
                  <a:pt x="4889629" y="187491"/>
                  <a:pt x="4879250" y="185757"/>
                  <a:pt x="4869180" y="182880"/>
                </a:cubicBezTo>
                <a:cubicBezTo>
                  <a:pt x="4861457" y="180673"/>
                  <a:pt x="4854043" y="177467"/>
                  <a:pt x="4846320" y="175260"/>
                </a:cubicBezTo>
                <a:cubicBezTo>
                  <a:pt x="4836250" y="172383"/>
                  <a:pt x="4825646" y="171317"/>
                  <a:pt x="4815840" y="167640"/>
                </a:cubicBezTo>
                <a:cubicBezTo>
                  <a:pt x="4805204" y="163652"/>
                  <a:pt x="4795801" y="156875"/>
                  <a:pt x="4785360" y="152400"/>
                </a:cubicBezTo>
                <a:cubicBezTo>
                  <a:pt x="4777977" y="149236"/>
                  <a:pt x="4769958" y="147763"/>
                  <a:pt x="4762500" y="144780"/>
                </a:cubicBezTo>
                <a:cubicBezTo>
                  <a:pt x="4744539" y="137596"/>
                  <a:pt x="4727885" y="126775"/>
                  <a:pt x="4709160" y="121920"/>
                </a:cubicBezTo>
                <a:cubicBezTo>
                  <a:pt x="4592578" y="91695"/>
                  <a:pt x="4574058" y="93013"/>
                  <a:pt x="4472940" y="83820"/>
                </a:cubicBezTo>
                <a:cubicBezTo>
                  <a:pt x="4462780" y="81280"/>
                  <a:pt x="4452790" y="77922"/>
                  <a:pt x="4442460" y="76200"/>
                </a:cubicBezTo>
                <a:cubicBezTo>
                  <a:pt x="4248173" y="43819"/>
                  <a:pt x="3913041" y="81241"/>
                  <a:pt x="3817620" y="83820"/>
                </a:cubicBezTo>
                <a:cubicBezTo>
                  <a:pt x="3686894" y="109965"/>
                  <a:pt x="3946243" y="59685"/>
                  <a:pt x="3680460" y="99060"/>
                </a:cubicBezTo>
                <a:cubicBezTo>
                  <a:pt x="3644485" y="104390"/>
                  <a:pt x="3609652" y="115941"/>
                  <a:pt x="3573780" y="121920"/>
                </a:cubicBezTo>
                <a:cubicBezTo>
                  <a:pt x="3435396" y="144984"/>
                  <a:pt x="3421571" y="143678"/>
                  <a:pt x="3299460" y="152400"/>
                </a:cubicBezTo>
                <a:cubicBezTo>
                  <a:pt x="3291840" y="154940"/>
                  <a:pt x="3284476" y="158445"/>
                  <a:pt x="3276600" y="160020"/>
                </a:cubicBezTo>
                <a:cubicBezTo>
                  <a:pt x="3249418" y="165456"/>
                  <a:pt x="3178453" y="172619"/>
                  <a:pt x="3154680" y="175260"/>
                </a:cubicBezTo>
                <a:cubicBezTo>
                  <a:pt x="3082251" y="204232"/>
                  <a:pt x="3138887" y="185983"/>
                  <a:pt x="3017520" y="198120"/>
                </a:cubicBezTo>
                <a:cubicBezTo>
                  <a:pt x="2999649" y="199907"/>
                  <a:pt x="2981983" y="203366"/>
                  <a:pt x="2964180" y="205740"/>
                </a:cubicBezTo>
                <a:lnTo>
                  <a:pt x="2903220" y="213360"/>
                </a:lnTo>
                <a:cubicBezTo>
                  <a:pt x="2882387" y="219312"/>
                  <a:pt x="2836522" y="233971"/>
                  <a:pt x="2811780" y="236220"/>
                </a:cubicBezTo>
                <a:cubicBezTo>
                  <a:pt x="2768703" y="240136"/>
                  <a:pt x="2725420" y="241300"/>
                  <a:pt x="2682240" y="243840"/>
                </a:cubicBezTo>
                <a:cubicBezTo>
                  <a:pt x="2633291" y="268315"/>
                  <a:pt x="2669290" y="254050"/>
                  <a:pt x="2606040" y="266700"/>
                </a:cubicBezTo>
                <a:cubicBezTo>
                  <a:pt x="2595771" y="268754"/>
                  <a:pt x="2585591" y="271311"/>
                  <a:pt x="2575560" y="274320"/>
                </a:cubicBezTo>
                <a:cubicBezTo>
                  <a:pt x="2560173" y="278936"/>
                  <a:pt x="2545743" y="287288"/>
                  <a:pt x="2529840" y="289560"/>
                </a:cubicBezTo>
                <a:cubicBezTo>
                  <a:pt x="2492039" y="294960"/>
                  <a:pt x="2453640" y="294640"/>
                  <a:pt x="2415540" y="297180"/>
                </a:cubicBezTo>
                <a:cubicBezTo>
                  <a:pt x="2289731" y="318148"/>
                  <a:pt x="2421995" y="293661"/>
                  <a:pt x="2346960" y="312420"/>
                </a:cubicBezTo>
                <a:cubicBezTo>
                  <a:pt x="2245411" y="337807"/>
                  <a:pt x="2364426" y="304193"/>
                  <a:pt x="2278380" y="327660"/>
                </a:cubicBezTo>
                <a:cubicBezTo>
                  <a:pt x="2260540" y="332525"/>
                  <a:pt x="2243058" y="338742"/>
                  <a:pt x="2225040" y="342900"/>
                </a:cubicBezTo>
                <a:cubicBezTo>
                  <a:pt x="2209985" y="346374"/>
                  <a:pt x="2194402" y="347168"/>
                  <a:pt x="2179320" y="350520"/>
                </a:cubicBezTo>
                <a:cubicBezTo>
                  <a:pt x="2171479" y="352262"/>
                  <a:pt x="2164301" y="356398"/>
                  <a:pt x="2156460" y="358140"/>
                </a:cubicBezTo>
                <a:cubicBezTo>
                  <a:pt x="2123733" y="365413"/>
                  <a:pt x="2082076" y="368766"/>
                  <a:pt x="2049780" y="373380"/>
                </a:cubicBezTo>
                <a:cubicBezTo>
                  <a:pt x="2034485" y="375565"/>
                  <a:pt x="2019331" y="378651"/>
                  <a:pt x="2004060" y="381000"/>
                </a:cubicBezTo>
                <a:cubicBezTo>
                  <a:pt x="1986308" y="383731"/>
                  <a:pt x="1968391" y="385407"/>
                  <a:pt x="1950720" y="388620"/>
                </a:cubicBezTo>
                <a:cubicBezTo>
                  <a:pt x="1940416" y="390493"/>
                  <a:pt x="1930509" y="394186"/>
                  <a:pt x="1920240" y="396240"/>
                </a:cubicBezTo>
                <a:cubicBezTo>
                  <a:pt x="1905090" y="399270"/>
                  <a:pt x="1889670" y="400830"/>
                  <a:pt x="1874520" y="403860"/>
                </a:cubicBezTo>
                <a:cubicBezTo>
                  <a:pt x="1836766" y="411411"/>
                  <a:pt x="1847766" y="413396"/>
                  <a:pt x="1805940" y="419100"/>
                </a:cubicBezTo>
                <a:cubicBezTo>
                  <a:pt x="1762861" y="424974"/>
                  <a:pt x="1719513" y="428717"/>
                  <a:pt x="1676400" y="434340"/>
                </a:cubicBezTo>
                <a:cubicBezTo>
                  <a:pt x="1661080" y="436338"/>
                  <a:pt x="1645951" y="439611"/>
                  <a:pt x="1630680" y="441960"/>
                </a:cubicBezTo>
                <a:cubicBezTo>
                  <a:pt x="1612928" y="444691"/>
                  <a:pt x="1595056" y="446627"/>
                  <a:pt x="1577340" y="449580"/>
                </a:cubicBezTo>
                <a:cubicBezTo>
                  <a:pt x="1564565" y="451709"/>
                  <a:pt x="1552041" y="455231"/>
                  <a:pt x="1539240" y="457200"/>
                </a:cubicBezTo>
                <a:cubicBezTo>
                  <a:pt x="1519000" y="460314"/>
                  <a:pt x="1498552" y="461924"/>
                  <a:pt x="1478280" y="464820"/>
                </a:cubicBezTo>
                <a:cubicBezTo>
                  <a:pt x="1462985" y="467005"/>
                  <a:pt x="1447839" y="470148"/>
                  <a:pt x="1432560" y="472440"/>
                </a:cubicBezTo>
                <a:cubicBezTo>
                  <a:pt x="1397036" y="477769"/>
                  <a:pt x="1361103" y="480635"/>
                  <a:pt x="1325880" y="487680"/>
                </a:cubicBezTo>
                <a:cubicBezTo>
                  <a:pt x="1258809" y="501094"/>
                  <a:pt x="1316354" y="490318"/>
                  <a:pt x="1234440" y="502920"/>
                </a:cubicBezTo>
                <a:cubicBezTo>
                  <a:pt x="1113262" y="521563"/>
                  <a:pt x="1297072" y="496457"/>
                  <a:pt x="1082040" y="525780"/>
                </a:cubicBezTo>
                <a:cubicBezTo>
                  <a:pt x="1061750" y="528547"/>
                  <a:pt x="1041466" y="531458"/>
                  <a:pt x="1021080" y="533400"/>
                </a:cubicBezTo>
                <a:cubicBezTo>
                  <a:pt x="988112" y="536540"/>
                  <a:pt x="955040" y="538480"/>
                  <a:pt x="922020" y="541020"/>
                </a:cubicBezTo>
                <a:lnTo>
                  <a:pt x="144780" y="525780"/>
                </a:lnTo>
                <a:cubicBezTo>
                  <a:pt x="117885" y="525012"/>
                  <a:pt x="83563" y="487167"/>
                  <a:pt x="76200" y="472440"/>
                </a:cubicBezTo>
                <a:cubicBezTo>
                  <a:pt x="71120" y="462280"/>
                  <a:pt x="66596" y="451823"/>
                  <a:pt x="60960" y="441960"/>
                </a:cubicBezTo>
                <a:cubicBezTo>
                  <a:pt x="56416" y="434009"/>
                  <a:pt x="49439" y="427469"/>
                  <a:pt x="45720" y="419100"/>
                </a:cubicBezTo>
                <a:cubicBezTo>
                  <a:pt x="39196" y="404420"/>
                  <a:pt x="34376" y="388965"/>
                  <a:pt x="30480" y="373380"/>
                </a:cubicBezTo>
                <a:cubicBezTo>
                  <a:pt x="25400" y="353060"/>
                  <a:pt x="19348" y="332959"/>
                  <a:pt x="15240" y="312420"/>
                </a:cubicBezTo>
                <a:cubicBezTo>
                  <a:pt x="5566" y="264051"/>
                  <a:pt x="10761" y="286885"/>
                  <a:pt x="0" y="243840"/>
                </a:cubicBezTo>
                <a:cubicBezTo>
                  <a:pt x="2540" y="236220"/>
                  <a:pt x="436" y="224572"/>
                  <a:pt x="7620" y="220980"/>
                </a:cubicBezTo>
                <a:cubicBezTo>
                  <a:pt x="16634" y="216473"/>
                  <a:pt x="49490" y="241273"/>
                  <a:pt x="53340" y="243840"/>
                </a:cubicBezTo>
                <a:cubicBezTo>
                  <a:pt x="86360" y="241300"/>
                  <a:pt x="119850" y="242323"/>
                  <a:pt x="152400" y="236220"/>
                </a:cubicBezTo>
                <a:cubicBezTo>
                  <a:pt x="161401" y="234532"/>
                  <a:pt x="168415" y="227064"/>
                  <a:pt x="175260" y="220980"/>
                </a:cubicBezTo>
                <a:cubicBezTo>
                  <a:pt x="191369" y="206661"/>
                  <a:pt x="205740" y="190500"/>
                  <a:pt x="220980" y="175260"/>
                </a:cubicBezTo>
                <a:lnTo>
                  <a:pt x="243840" y="152400"/>
                </a:lnTo>
                <a:cubicBezTo>
                  <a:pt x="254000" y="142240"/>
                  <a:pt x="260689" y="126464"/>
                  <a:pt x="274320" y="121920"/>
                </a:cubicBezTo>
                <a:cubicBezTo>
                  <a:pt x="281940" y="119380"/>
                  <a:pt x="289996" y="117892"/>
                  <a:pt x="297180" y="114300"/>
                </a:cubicBezTo>
                <a:cubicBezTo>
                  <a:pt x="356266" y="84757"/>
                  <a:pt x="285441" y="110593"/>
                  <a:pt x="342900" y="91440"/>
                </a:cubicBezTo>
                <a:cubicBezTo>
                  <a:pt x="411480" y="96520"/>
                  <a:pt x="480192" y="100056"/>
                  <a:pt x="548640" y="106680"/>
                </a:cubicBezTo>
                <a:cubicBezTo>
                  <a:pt x="571646" y="108906"/>
                  <a:pt x="584712" y="115150"/>
                  <a:pt x="601980" y="129540"/>
                </a:cubicBezTo>
                <a:cubicBezTo>
                  <a:pt x="610259" y="136439"/>
                  <a:pt x="616071" y="146136"/>
                  <a:pt x="624840" y="152400"/>
                </a:cubicBezTo>
                <a:cubicBezTo>
                  <a:pt x="634083" y="159002"/>
                  <a:pt x="645160" y="162560"/>
                  <a:pt x="655320" y="167640"/>
                </a:cubicBezTo>
                <a:cubicBezTo>
                  <a:pt x="684369" y="160378"/>
                  <a:pt x="686107" y="163574"/>
                  <a:pt x="708660" y="144780"/>
                </a:cubicBezTo>
                <a:cubicBezTo>
                  <a:pt x="716939" y="137881"/>
                  <a:pt x="722554" y="127898"/>
                  <a:pt x="731520" y="121920"/>
                </a:cubicBezTo>
                <a:cubicBezTo>
                  <a:pt x="738203" y="117465"/>
                  <a:pt x="747196" y="117892"/>
                  <a:pt x="754380" y="114300"/>
                </a:cubicBezTo>
                <a:cubicBezTo>
                  <a:pt x="807953" y="87513"/>
                  <a:pt x="738080" y="105587"/>
                  <a:pt x="822960" y="91440"/>
                </a:cubicBezTo>
                <a:cubicBezTo>
                  <a:pt x="894080" y="93980"/>
                  <a:pt x="965293" y="94621"/>
                  <a:pt x="1036320" y="99060"/>
                </a:cubicBezTo>
                <a:cubicBezTo>
                  <a:pt x="1046772" y="99713"/>
                  <a:pt x="1056327" y="106680"/>
                  <a:pt x="1066800" y="106680"/>
                </a:cubicBezTo>
                <a:cubicBezTo>
                  <a:pt x="1086918" y="106680"/>
                  <a:pt x="1128853" y="72931"/>
                  <a:pt x="1135380" y="68580"/>
                </a:cubicBezTo>
                <a:cubicBezTo>
                  <a:pt x="1143000" y="63500"/>
                  <a:pt x="1149260" y="55136"/>
                  <a:pt x="1158240" y="53340"/>
                </a:cubicBezTo>
                <a:cubicBezTo>
                  <a:pt x="1170940" y="50800"/>
                  <a:pt x="1183887" y="49278"/>
                  <a:pt x="1196340" y="45720"/>
                </a:cubicBezTo>
                <a:cubicBezTo>
                  <a:pt x="1245001" y="31817"/>
                  <a:pt x="1258602" y="20570"/>
                  <a:pt x="1303020" y="15240"/>
                </a:cubicBezTo>
                <a:cubicBezTo>
                  <a:pt x="1353710" y="9157"/>
                  <a:pt x="1404620" y="5080"/>
                  <a:pt x="1455420" y="0"/>
                </a:cubicBezTo>
                <a:lnTo>
                  <a:pt x="2606040" y="7620"/>
                </a:lnTo>
                <a:cubicBezTo>
                  <a:pt x="2624528" y="7971"/>
                  <a:pt x="2640987" y="20957"/>
                  <a:pt x="2659380" y="22860"/>
                </a:cubicBezTo>
                <a:cubicBezTo>
                  <a:pt x="2715021" y="28616"/>
                  <a:pt x="2771140" y="27940"/>
                  <a:pt x="2827020" y="30480"/>
                </a:cubicBezTo>
                <a:cubicBezTo>
                  <a:pt x="2981688" y="52575"/>
                  <a:pt x="2788635" y="24575"/>
                  <a:pt x="2926080" y="45720"/>
                </a:cubicBezTo>
                <a:cubicBezTo>
                  <a:pt x="2943832" y="48451"/>
                  <a:pt x="2961704" y="50387"/>
                  <a:pt x="2979420" y="53340"/>
                </a:cubicBezTo>
                <a:cubicBezTo>
                  <a:pt x="3022671" y="60548"/>
                  <a:pt x="3065293" y="72230"/>
                  <a:pt x="3108960" y="76200"/>
                </a:cubicBezTo>
                <a:lnTo>
                  <a:pt x="3192780" y="83820"/>
                </a:lnTo>
                <a:cubicBezTo>
                  <a:pt x="3266211" y="102178"/>
                  <a:pt x="3192099" y="84861"/>
                  <a:pt x="3337560" y="106680"/>
                </a:cubicBezTo>
                <a:cubicBezTo>
                  <a:pt x="3458687" y="124849"/>
                  <a:pt x="3242503" y="102195"/>
                  <a:pt x="3459480" y="121920"/>
                </a:cubicBezTo>
                <a:cubicBezTo>
                  <a:pt x="3477260" y="127000"/>
                  <a:pt x="3494769" y="133149"/>
                  <a:pt x="3512820" y="137160"/>
                </a:cubicBezTo>
                <a:cubicBezTo>
                  <a:pt x="3562643" y="148232"/>
                  <a:pt x="3601205" y="153052"/>
                  <a:pt x="3649980" y="160020"/>
                </a:cubicBezTo>
                <a:cubicBezTo>
                  <a:pt x="3657600" y="165100"/>
                  <a:pt x="3664649" y="171164"/>
                  <a:pt x="3672840" y="175260"/>
                </a:cubicBezTo>
                <a:cubicBezTo>
                  <a:pt x="3680024" y="178852"/>
                  <a:pt x="3688007" y="180572"/>
                  <a:pt x="3695700" y="182880"/>
                </a:cubicBezTo>
                <a:cubicBezTo>
                  <a:pt x="3707305" y="186361"/>
                  <a:pt x="3760441" y="201924"/>
                  <a:pt x="3779520" y="205740"/>
                </a:cubicBezTo>
                <a:cubicBezTo>
                  <a:pt x="3794670" y="208770"/>
                  <a:pt x="3810000" y="210820"/>
                  <a:pt x="3825240" y="213360"/>
                </a:cubicBezTo>
                <a:cubicBezTo>
                  <a:pt x="3876429" y="247486"/>
                  <a:pt x="3819954" y="214027"/>
                  <a:pt x="3924300" y="243840"/>
                </a:cubicBezTo>
                <a:lnTo>
                  <a:pt x="3977640" y="259080"/>
                </a:lnTo>
                <a:cubicBezTo>
                  <a:pt x="3997878" y="264477"/>
                  <a:pt x="4019866" y="264953"/>
                  <a:pt x="4038600" y="274320"/>
                </a:cubicBezTo>
                <a:cubicBezTo>
                  <a:pt x="4082899" y="296470"/>
                  <a:pt x="4057875" y="287693"/>
                  <a:pt x="4114800" y="297180"/>
                </a:cubicBezTo>
                <a:cubicBezTo>
                  <a:pt x="4126454" y="301841"/>
                  <a:pt x="4159833" y="316058"/>
                  <a:pt x="4175760" y="320040"/>
                </a:cubicBezTo>
                <a:cubicBezTo>
                  <a:pt x="4188325" y="323181"/>
                  <a:pt x="4201160" y="325120"/>
                  <a:pt x="4213860" y="327660"/>
                </a:cubicBezTo>
                <a:cubicBezTo>
                  <a:pt x="4221480" y="332740"/>
                  <a:pt x="4228145" y="339684"/>
                  <a:pt x="4236720" y="342900"/>
                </a:cubicBezTo>
                <a:cubicBezTo>
                  <a:pt x="4248847" y="347448"/>
                  <a:pt x="4262255" y="347379"/>
                  <a:pt x="4274820" y="350520"/>
                </a:cubicBezTo>
                <a:cubicBezTo>
                  <a:pt x="4292759" y="355005"/>
                  <a:pt x="4310782" y="359441"/>
                  <a:pt x="4328160" y="365760"/>
                </a:cubicBezTo>
                <a:cubicBezTo>
                  <a:pt x="4377144" y="383572"/>
                  <a:pt x="4340875" y="375927"/>
                  <a:pt x="4381500" y="396240"/>
                </a:cubicBezTo>
                <a:cubicBezTo>
                  <a:pt x="4388684" y="399832"/>
                  <a:pt x="4396611" y="401747"/>
                  <a:pt x="4404360" y="403860"/>
                </a:cubicBezTo>
                <a:cubicBezTo>
                  <a:pt x="4424567" y="409371"/>
                  <a:pt x="4445449" y="412476"/>
                  <a:pt x="4465320" y="419100"/>
                </a:cubicBezTo>
                <a:cubicBezTo>
                  <a:pt x="4472940" y="421640"/>
                  <a:pt x="4480996" y="423128"/>
                  <a:pt x="4488180" y="426720"/>
                </a:cubicBezTo>
                <a:cubicBezTo>
                  <a:pt x="4496371" y="430816"/>
                  <a:pt x="4502849" y="437864"/>
                  <a:pt x="4511040" y="441960"/>
                </a:cubicBezTo>
                <a:cubicBezTo>
                  <a:pt x="4518224" y="445552"/>
                  <a:pt x="4526517" y="446416"/>
                  <a:pt x="4533900" y="449580"/>
                </a:cubicBezTo>
                <a:cubicBezTo>
                  <a:pt x="4544341" y="454055"/>
                  <a:pt x="4553939" y="460345"/>
                  <a:pt x="4564380" y="464820"/>
                </a:cubicBezTo>
                <a:cubicBezTo>
                  <a:pt x="4571763" y="467984"/>
                  <a:pt x="4580056" y="468848"/>
                  <a:pt x="4587240" y="472440"/>
                </a:cubicBezTo>
                <a:cubicBezTo>
                  <a:pt x="4600487" y="479064"/>
                  <a:pt x="4612845" y="487349"/>
                  <a:pt x="4625340" y="495300"/>
                </a:cubicBezTo>
                <a:cubicBezTo>
                  <a:pt x="4640793" y="505134"/>
                  <a:pt x="4653684" y="519988"/>
                  <a:pt x="4671060" y="525780"/>
                </a:cubicBezTo>
                <a:cubicBezTo>
                  <a:pt x="4696707" y="534329"/>
                  <a:pt x="4698035" y="533574"/>
                  <a:pt x="4724400" y="548640"/>
                </a:cubicBezTo>
                <a:cubicBezTo>
                  <a:pt x="4732351" y="553184"/>
                  <a:pt x="4739309" y="559336"/>
                  <a:pt x="4747260" y="563880"/>
                </a:cubicBezTo>
                <a:cubicBezTo>
                  <a:pt x="4757123" y="569516"/>
                  <a:pt x="4767877" y="573484"/>
                  <a:pt x="4777740" y="579120"/>
                </a:cubicBezTo>
                <a:cubicBezTo>
                  <a:pt x="4818659" y="602502"/>
                  <a:pt x="4784547" y="587614"/>
                  <a:pt x="4831080" y="624840"/>
                </a:cubicBezTo>
                <a:cubicBezTo>
                  <a:pt x="4845383" y="636282"/>
                  <a:pt x="4863848" y="642368"/>
                  <a:pt x="4876800" y="655320"/>
                </a:cubicBezTo>
                <a:cubicBezTo>
                  <a:pt x="4904493" y="683013"/>
                  <a:pt x="4898082" y="674447"/>
                  <a:pt x="4922520" y="708660"/>
                </a:cubicBezTo>
                <a:cubicBezTo>
                  <a:pt x="4939169" y="731969"/>
                  <a:pt x="4937760" y="722824"/>
                  <a:pt x="4937760" y="73914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자유형 125"/>
          <p:cNvSpPr/>
          <p:nvPr/>
        </p:nvSpPr>
        <p:spPr>
          <a:xfrm>
            <a:off x="8077200" y="2049780"/>
            <a:ext cx="899160" cy="3421996"/>
          </a:xfrm>
          <a:custGeom>
            <a:avLst/>
            <a:gdLst>
              <a:gd name="connsiteX0" fmla="*/ 685800 w 899160"/>
              <a:gd name="connsiteY0" fmla="*/ 0 h 3421996"/>
              <a:gd name="connsiteX1" fmla="*/ 655320 w 899160"/>
              <a:gd name="connsiteY1" fmla="*/ 15240 h 3421996"/>
              <a:gd name="connsiteX2" fmla="*/ 632460 w 899160"/>
              <a:gd name="connsiteY2" fmla="*/ 45720 h 3421996"/>
              <a:gd name="connsiteX3" fmla="*/ 609600 w 899160"/>
              <a:gd name="connsiteY3" fmla="*/ 106680 h 3421996"/>
              <a:gd name="connsiteX4" fmla="*/ 601980 w 899160"/>
              <a:gd name="connsiteY4" fmla="*/ 160020 h 3421996"/>
              <a:gd name="connsiteX5" fmla="*/ 586740 w 899160"/>
              <a:gd name="connsiteY5" fmla="*/ 198120 h 3421996"/>
              <a:gd name="connsiteX6" fmla="*/ 579120 w 899160"/>
              <a:gd name="connsiteY6" fmla="*/ 220980 h 3421996"/>
              <a:gd name="connsiteX7" fmla="*/ 586740 w 899160"/>
              <a:gd name="connsiteY7" fmla="*/ 624840 h 3421996"/>
              <a:gd name="connsiteX8" fmla="*/ 594360 w 899160"/>
              <a:gd name="connsiteY8" fmla="*/ 662940 h 3421996"/>
              <a:gd name="connsiteX9" fmla="*/ 609600 w 899160"/>
              <a:gd name="connsiteY9" fmla="*/ 708660 h 3421996"/>
              <a:gd name="connsiteX10" fmla="*/ 617220 w 899160"/>
              <a:gd name="connsiteY10" fmla="*/ 739140 h 3421996"/>
              <a:gd name="connsiteX11" fmla="*/ 624840 w 899160"/>
              <a:gd name="connsiteY11" fmla="*/ 762000 h 3421996"/>
              <a:gd name="connsiteX12" fmla="*/ 647700 w 899160"/>
              <a:gd name="connsiteY12" fmla="*/ 838200 h 3421996"/>
              <a:gd name="connsiteX13" fmla="*/ 655320 w 899160"/>
              <a:gd name="connsiteY13" fmla="*/ 883920 h 3421996"/>
              <a:gd name="connsiteX14" fmla="*/ 670560 w 899160"/>
              <a:gd name="connsiteY14" fmla="*/ 906780 h 3421996"/>
              <a:gd name="connsiteX15" fmla="*/ 685800 w 899160"/>
              <a:gd name="connsiteY15" fmla="*/ 998220 h 3421996"/>
              <a:gd name="connsiteX16" fmla="*/ 708660 w 899160"/>
              <a:gd name="connsiteY16" fmla="*/ 1051560 h 3421996"/>
              <a:gd name="connsiteX17" fmla="*/ 723900 w 899160"/>
              <a:gd name="connsiteY17" fmla="*/ 1112520 h 3421996"/>
              <a:gd name="connsiteX18" fmla="*/ 739140 w 899160"/>
              <a:gd name="connsiteY18" fmla="*/ 1158240 h 3421996"/>
              <a:gd name="connsiteX19" fmla="*/ 762000 w 899160"/>
              <a:gd name="connsiteY19" fmla="*/ 1257300 h 3421996"/>
              <a:gd name="connsiteX20" fmla="*/ 784860 w 899160"/>
              <a:gd name="connsiteY20" fmla="*/ 1325880 h 3421996"/>
              <a:gd name="connsiteX21" fmla="*/ 800100 w 899160"/>
              <a:gd name="connsiteY21" fmla="*/ 1363980 h 3421996"/>
              <a:gd name="connsiteX22" fmla="*/ 815340 w 899160"/>
              <a:gd name="connsiteY22" fmla="*/ 1440180 h 3421996"/>
              <a:gd name="connsiteX23" fmla="*/ 830580 w 899160"/>
              <a:gd name="connsiteY23" fmla="*/ 1478280 h 3421996"/>
              <a:gd name="connsiteX24" fmla="*/ 861060 w 899160"/>
              <a:gd name="connsiteY24" fmla="*/ 1577340 h 3421996"/>
              <a:gd name="connsiteX25" fmla="*/ 876300 w 899160"/>
              <a:gd name="connsiteY25" fmla="*/ 1691640 h 3421996"/>
              <a:gd name="connsiteX26" fmla="*/ 899160 w 899160"/>
              <a:gd name="connsiteY26" fmla="*/ 1790700 h 3421996"/>
              <a:gd name="connsiteX27" fmla="*/ 891540 w 899160"/>
              <a:gd name="connsiteY27" fmla="*/ 2125980 h 3421996"/>
              <a:gd name="connsiteX28" fmla="*/ 868680 w 899160"/>
              <a:gd name="connsiteY28" fmla="*/ 2270760 h 3421996"/>
              <a:gd name="connsiteX29" fmla="*/ 853440 w 899160"/>
              <a:gd name="connsiteY29" fmla="*/ 2369820 h 3421996"/>
              <a:gd name="connsiteX30" fmla="*/ 838200 w 899160"/>
              <a:gd name="connsiteY30" fmla="*/ 2407920 h 3421996"/>
              <a:gd name="connsiteX31" fmla="*/ 822960 w 899160"/>
              <a:gd name="connsiteY31" fmla="*/ 2453640 h 3421996"/>
              <a:gd name="connsiteX32" fmla="*/ 807720 w 899160"/>
              <a:gd name="connsiteY32" fmla="*/ 2499360 h 3421996"/>
              <a:gd name="connsiteX33" fmla="*/ 800100 w 899160"/>
              <a:gd name="connsiteY33" fmla="*/ 2522220 h 3421996"/>
              <a:gd name="connsiteX34" fmla="*/ 762000 w 899160"/>
              <a:gd name="connsiteY34" fmla="*/ 2659380 h 3421996"/>
              <a:gd name="connsiteX35" fmla="*/ 739140 w 899160"/>
              <a:gd name="connsiteY35" fmla="*/ 2712720 h 3421996"/>
              <a:gd name="connsiteX36" fmla="*/ 731520 w 899160"/>
              <a:gd name="connsiteY36" fmla="*/ 2743200 h 3421996"/>
              <a:gd name="connsiteX37" fmla="*/ 701040 w 899160"/>
              <a:gd name="connsiteY37" fmla="*/ 2788920 h 3421996"/>
              <a:gd name="connsiteX38" fmla="*/ 693420 w 899160"/>
              <a:gd name="connsiteY38" fmla="*/ 2842260 h 3421996"/>
              <a:gd name="connsiteX39" fmla="*/ 678180 w 899160"/>
              <a:gd name="connsiteY39" fmla="*/ 2865120 h 3421996"/>
              <a:gd name="connsiteX40" fmla="*/ 670560 w 899160"/>
              <a:gd name="connsiteY40" fmla="*/ 2887980 h 3421996"/>
              <a:gd name="connsiteX41" fmla="*/ 647700 w 899160"/>
              <a:gd name="connsiteY41" fmla="*/ 2918460 h 3421996"/>
              <a:gd name="connsiteX42" fmla="*/ 632460 w 899160"/>
              <a:gd name="connsiteY42" fmla="*/ 2948940 h 3421996"/>
              <a:gd name="connsiteX43" fmla="*/ 594360 w 899160"/>
              <a:gd name="connsiteY43" fmla="*/ 2994660 h 3421996"/>
              <a:gd name="connsiteX44" fmla="*/ 571500 w 899160"/>
              <a:gd name="connsiteY44" fmla="*/ 3025140 h 3421996"/>
              <a:gd name="connsiteX45" fmla="*/ 510540 w 899160"/>
              <a:gd name="connsiteY45" fmla="*/ 3078480 h 3421996"/>
              <a:gd name="connsiteX46" fmla="*/ 480060 w 899160"/>
              <a:gd name="connsiteY46" fmla="*/ 3086100 h 3421996"/>
              <a:gd name="connsiteX47" fmla="*/ 419100 w 899160"/>
              <a:gd name="connsiteY47" fmla="*/ 3131820 h 3421996"/>
              <a:gd name="connsiteX48" fmla="*/ 388620 w 899160"/>
              <a:gd name="connsiteY48" fmla="*/ 3139440 h 3421996"/>
              <a:gd name="connsiteX49" fmla="*/ 335280 w 899160"/>
              <a:gd name="connsiteY49" fmla="*/ 3169920 h 3421996"/>
              <a:gd name="connsiteX50" fmla="*/ 312420 w 899160"/>
              <a:gd name="connsiteY50" fmla="*/ 3192780 h 3421996"/>
              <a:gd name="connsiteX51" fmla="*/ 243840 w 899160"/>
              <a:gd name="connsiteY51" fmla="*/ 3230880 h 3421996"/>
              <a:gd name="connsiteX52" fmla="*/ 213360 w 899160"/>
              <a:gd name="connsiteY52" fmla="*/ 3238500 h 3421996"/>
              <a:gd name="connsiteX53" fmla="*/ 144780 w 899160"/>
              <a:gd name="connsiteY53" fmla="*/ 3291840 h 3421996"/>
              <a:gd name="connsiteX54" fmla="*/ 99060 w 899160"/>
              <a:gd name="connsiteY54" fmla="*/ 3322320 h 3421996"/>
              <a:gd name="connsiteX55" fmla="*/ 83820 w 899160"/>
              <a:gd name="connsiteY55" fmla="*/ 3345180 h 3421996"/>
              <a:gd name="connsiteX56" fmla="*/ 38100 w 899160"/>
              <a:gd name="connsiteY56" fmla="*/ 3390900 h 3421996"/>
              <a:gd name="connsiteX57" fmla="*/ 7620 w 899160"/>
              <a:gd name="connsiteY57" fmla="*/ 3421380 h 3421996"/>
              <a:gd name="connsiteX58" fmla="*/ 0 w 899160"/>
              <a:gd name="connsiteY58" fmla="*/ 3421380 h 342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899160" h="3421996">
                <a:moveTo>
                  <a:pt x="685800" y="0"/>
                </a:moveTo>
                <a:cubicBezTo>
                  <a:pt x="675640" y="5080"/>
                  <a:pt x="663945" y="7848"/>
                  <a:pt x="655320" y="15240"/>
                </a:cubicBezTo>
                <a:cubicBezTo>
                  <a:pt x="645677" y="23505"/>
                  <a:pt x="638628" y="34618"/>
                  <a:pt x="632460" y="45720"/>
                </a:cubicBezTo>
                <a:cubicBezTo>
                  <a:pt x="624867" y="59387"/>
                  <a:pt x="615303" y="89570"/>
                  <a:pt x="609600" y="106680"/>
                </a:cubicBezTo>
                <a:cubicBezTo>
                  <a:pt x="607060" y="124460"/>
                  <a:pt x="606336" y="142596"/>
                  <a:pt x="601980" y="160020"/>
                </a:cubicBezTo>
                <a:cubicBezTo>
                  <a:pt x="598663" y="173290"/>
                  <a:pt x="591543" y="185313"/>
                  <a:pt x="586740" y="198120"/>
                </a:cubicBezTo>
                <a:cubicBezTo>
                  <a:pt x="583920" y="205641"/>
                  <a:pt x="581660" y="213360"/>
                  <a:pt x="579120" y="220980"/>
                </a:cubicBezTo>
                <a:cubicBezTo>
                  <a:pt x="581660" y="355600"/>
                  <a:pt x="582100" y="490276"/>
                  <a:pt x="586740" y="624840"/>
                </a:cubicBezTo>
                <a:cubicBezTo>
                  <a:pt x="587186" y="637784"/>
                  <a:pt x="590952" y="650445"/>
                  <a:pt x="594360" y="662940"/>
                </a:cubicBezTo>
                <a:cubicBezTo>
                  <a:pt x="598587" y="678438"/>
                  <a:pt x="605704" y="693075"/>
                  <a:pt x="609600" y="708660"/>
                </a:cubicBezTo>
                <a:cubicBezTo>
                  <a:pt x="612140" y="718820"/>
                  <a:pt x="614343" y="729070"/>
                  <a:pt x="617220" y="739140"/>
                </a:cubicBezTo>
                <a:cubicBezTo>
                  <a:pt x="619427" y="746863"/>
                  <a:pt x="623098" y="754159"/>
                  <a:pt x="624840" y="762000"/>
                </a:cubicBezTo>
                <a:cubicBezTo>
                  <a:pt x="640020" y="830310"/>
                  <a:pt x="621365" y="785531"/>
                  <a:pt x="647700" y="838200"/>
                </a:cubicBezTo>
                <a:cubicBezTo>
                  <a:pt x="650240" y="853440"/>
                  <a:pt x="650434" y="869263"/>
                  <a:pt x="655320" y="883920"/>
                </a:cubicBezTo>
                <a:cubicBezTo>
                  <a:pt x="658216" y="892608"/>
                  <a:pt x="668200" y="897931"/>
                  <a:pt x="670560" y="906780"/>
                </a:cubicBezTo>
                <a:cubicBezTo>
                  <a:pt x="678522" y="936637"/>
                  <a:pt x="671981" y="970582"/>
                  <a:pt x="685800" y="998220"/>
                </a:cubicBezTo>
                <a:cubicBezTo>
                  <a:pt x="698290" y="1023199"/>
                  <a:pt x="701933" y="1026893"/>
                  <a:pt x="708660" y="1051560"/>
                </a:cubicBezTo>
                <a:cubicBezTo>
                  <a:pt x="714171" y="1071767"/>
                  <a:pt x="717276" y="1092649"/>
                  <a:pt x="723900" y="1112520"/>
                </a:cubicBezTo>
                <a:cubicBezTo>
                  <a:pt x="728980" y="1127760"/>
                  <a:pt x="734913" y="1142742"/>
                  <a:pt x="739140" y="1158240"/>
                </a:cubicBezTo>
                <a:cubicBezTo>
                  <a:pt x="749657" y="1196804"/>
                  <a:pt x="745576" y="1216240"/>
                  <a:pt x="762000" y="1257300"/>
                </a:cubicBezTo>
                <a:cubicBezTo>
                  <a:pt x="809700" y="1376551"/>
                  <a:pt x="752048" y="1227443"/>
                  <a:pt x="784860" y="1325880"/>
                </a:cubicBezTo>
                <a:cubicBezTo>
                  <a:pt x="789185" y="1338856"/>
                  <a:pt x="795775" y="1351004"/>
                  <a:pt x="800100" y="1363980"/>
                </a:cubicBezTo>
                <a:cubicBezTo>
                  <a:pt x="816579" y="1413416"/>
                  <a:pt x="798457" y="1378277"/>
                  <a:pt x="815340" y="1440180"/>
                </a:cubicBezTo>
                <a:cubicBezTo>
                  <a:pt x="818939" y="1453376"/>
                  <a:pt x="825906" y="1465425"/>
                  <a:pt x="830580" y="1478280"/>
                </a:cubicBezTo>
                <a:cubicBezTo>
                  <a:pt x="840621" y="1505892"/>
                  <a:pt x="854123" y="1549591"/>
                  <a:pt x="861060" y="1577340"/>
                </a:cubicBezTo>
                <a:cubicBezTo>
                  <a:pt x="875378" y="1634611"/>
                  <a:pt x="864057" y="1614101"/>
                  <a:pt x="876300" y="1691640"/>
                </a:cubicBezTo>
                <a:cubicBezTo>
                  <a:pt x="880053" y="1715406"/>
                  <a:pt x="892014" y="1762115"/>
                  <a:pt x="899160" y="1790700"/>
                </a:cubicBezTo>
                <a:cubicBezTo>
                  <a:pt x="896620" y="1902460"/>
                  <a:pt x="897314" y="2014340"/>
                  <a:pt x="891540" y="2125980"/>
                </a:cubicBezTo>
                <a:cubicBezTo>
                  <a:pt x="887209" y="2209709"/>
                  <a:pt x="878751" y="2210334"/>
                  <a:pt x="868680" y="2270760"/>
                </a:cubicBezTo>
                <a:cubicBezTo>
                  <a:pt x="866963" y="2281060"/>
                  <a:pt x="857055" y="2356566"/>
                  <a:pt x="853440" y="2369820"/>
                </a:cubicBezTo>
                <a:cubicBezTo>
                  <a:pt x="849841" y="2383016"/>
                  <a:pt x="842874" y="2395065"/>
                  <a:pt x="838200" y="2407920"/>
                </a:cubicBezTo>
                <a:cubicBezTo>
                  <a:pt x="832710" y="2423017"/>
                  <a:pt x="828040" y="2438400"/>
                  <a:pt x="822960" y="2453640"/>
                </a:cubicBezTo>
                <a:lnTo>
                  <a:pt x="807720" y="2499360"/>
                </a:lnTo>
                <a:cubicBezTo>
                  <a:pt x="805180" y="2506980"/>
                  <a:pt x="801420" y="2514297"/>
                  <a:pt x="800100" y="2522220"/>
                </a:cubicBezTo>
                <a:cubicBezTo>
                  <a:pt x="778695" y="2650652"/>
                  <a:pt x="815049" y="2447185"/>
                  <a:pt x="762000" y="2659380"/>
                </a:cubicBezTo>
                <a:cubicBezTo>
                  <a:pt x="752159" y="2698745"/>
                  <a:pt x="760189" y="2681146"/>
                  <a:pt x="739140" y="2712720"/>
                </a:cubicBezTo>
                <a:cubicBezTo>
                  <a:pt x="736600" y="2722880"/>
                  <a:pt x="736204" y="2733833"/>
                  <a:pt x="731520" y="2743200"/>
                </a:cubicBezTo>
                <a:cubicBezTo>
                  <a:pt x="723329" y="2759583"/>
                  <a:pt x="707615" y="2771825"/>
                  <a:pt x="701040" y="2788920"/>
                </a:cubicBezTo>
                <a:cubicBezTo>
                  <a:pt x="694593" y="2805683"/>
                  <a:pt x="698581" y="2825057"/>
                  <a:pt x="693420" y="2842260"/>
                </a:cubicBezTo>
                <a:cubicBezTo>
                  <a:pt x="690788" y="2851032"/>
                  <a:pt x="682276" y="2856929"/>
                  <a:pt x="678180" y="2865120"/>
                </a:cubicBezTo>
                <a:cubicBezTo>
                  <a:pt x="674588" y="2872304"/>
                  <a:pt x="674545" y="2881006"/>
                  <a:pt x="670560" y="2887980"/>
                </a:cubicBezTo>
                <a:cubicBezTo>
                  <a:pt x="664259" y="2899007"/>
                  <a:pt x="654431" y="2907690"/>
                  <a:pt x="647700" y="2918460"/>
                </a:cubicBezTo>
                <a:cubicBezTo>
                  <a:pt x="641680" y="2928093"/>
                  <a:pt x="638096" y="2939077"/>
                  <a:pt x="632460" y="2948940"/>
                </a:cubicBezTo>
                <a:cubicBezTo>
                  <a:pt x="613213" y="2982623"/>
                  <a:pt x="621377" y="2963140"/>
                  <a:pt x="594360" y="2994660"/>
                </a:cubicBezTo>
                <a:cubicBezTo>
                  <a:pt x="586095" y="3004303"/>
                  <a:pt x="579765" y="3015497"/>
                  <a:pt x="571500" y="3025140"/>
                </a:cubicBezTo>
                <a:cubicBezTo>
                  <a:pt x="558839" y="3039911"/>
                  <a:pt x="524306" y="3070832"/>
                  <a:pt x="510540" y="3078480"/>
                </a:cubicBezTo>
                <a:cubicBezTo>
                  <a:pt x="501385" y="3083566"/>
                  <a:pt x="490220" y="3083560"/>
                  <a:pt x="480060" y="3086100"/>
                </a:cubicBezTo>
                <a:cubicBezTo>
                  <a:pt x="476238" y="3089158"/>
                  <a:pt x="432164" y="3126221"/>
                  <a:pt x="419100" y="3131820"/>
                </a:cubicBezTo>
                <a:cubicBezTo>
                  <a:pt x="409474" y="3135945"/>
                  <a:pt x="398780" y="3136900"/>
                  <a:pt x="388620" y="3139440"/>
                </a:cubicBezTo>
                <a:cubicBezTo>
                  <a:pt x="326764" y="3201296"/>
                  <a:pt x="406915" y="3128985"/>
                  <a:pt x="335280" y="3169920"/>
                </a:cubicBezTo>
                <a:cubicBezTo>
                  <a:pt x="325924" y="3175267"/>
                  <a:pt x="321041" y="3186314"/>
                  <a:pt x="312420" y="3192780"/>
                </a:cubicBezTo>
                <a:cubicBezTo>
                  <a:pt x="302720" y="3200055"/>
                  <a:pt x="258315" y="3225452"/>
                  <a:pt x="243840" y="3230880"/>
                </a:cubicBezTo>
                <a:cubicBezTo>
                  <a:pt x="234034" y="3234557"/>
                  <a:pt x="223520" y="3235960"/>
                  <a:pt x="213360" y="3238500"/>
                </a:cubicBezTo>
                <a:cubicBezTo>
                  <a:pt x="190500" y="3256280"/>
                  <a:pt x="168877" y="3275776"/>
                  <a:pt x="144780" y="3291840"/>
                </a:cubicBezTo>
                <a:lnTo>
                  <a:pt x="99060" y="3322320"/>
                </a:lnTo>
                <a:cubicBezTo>
                  <a:pt x="93980" y="3329940"/>
                  <a:pt x="89904" y="3338335"/>
                  <a:pt x="83820" y="3345180"/>
                </a:cubicBezTo>
                <a:cubicBezTo>
                  <a:pt x="69501" y="3361289"/>
                  <a:pt x="38100" y="3390900"/>
                  <a:pt x="38100" y="3390900"/>
                </a:cubicBezTo>
                <a:cubicBezTo>
                  <a:pt x="28864" y="3418609"/>
                  <a:pt x="37176" y="3413991"/>
                  <a:pt x="7620" y="3421380"/>
                </a:cubicBezTo>
                <a:cubicBezTo>
                  <a:pt x="5156" y="3421996"/>
                  <a:pt x="2540" y="3421380"/>
                  <a:pt x="0" y="342138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693277" cy="603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en-US" altLang="ko-KR" dirty="0" err="1" smtClean="0"/>
              <a:t>HttpSession</a:t>
            </a:r>
            <a:endParaRPr lang="en-US" altLang="ko-KR" dirty="0" smtClean="0"/>
          </a:p>
          <a:p>
            <a:r>
              <a:rPr lang="en-US" altLang="ko-KR" sz="1600" dirty="0" smtClean="0"/>
              <a:t> - WAS</a:t>
            </a:r>
            <a:r>
              <a:rPr lang="ko-KR" altLang="en-US" sz="1600" dirty="0" smtClean="0"/>
              <a:t>에 존재하는 </a:t>
            </a:r>
            <a:r>
              <a:rPr lang="en-US" altLang="ko-KR" sz="1600" dirty="0" smtClean="0"/>
              <a:t>session</a:t>
            </a:r>
            <a:r>
              <a:rPr lang="ko-KR" altLang="en-US" sz="1600" dirty="0" smtClean="0"/>
              <a:t>을 사용할 수 있는 객체 </a:t>
            </a:r>
            <a:r>
              <a:rPr lang="en-US" altLang="ko-KR" sz="1600" dirty="0" err="1" smtClean="0"/>
              <a:t>HttpSession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page directive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session=“true” </a:t>
            </a:r>
            <a:r>
              <a:rPr lang="ko-KR" altLang="en-US" sz="1600" dirty="0" smtClean="0"/>
              <a:t>속성 사용했을 때 사용할 수 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1.</a:t>
            </a:r>
            <a:r>
              <a:rPr lang="ko-KR" altLang="en-US" sz="1600" dirty="0" smtClean="0"/>
              <a:t>세션 얻기</a:t>
            </a:r>
            <a:r>
              <a:rPr lang="en-US" altLang="ko-KR" sz="1600" dirty="0" smtClean="0"/>
              <a:t>( session=“false” </a:t>
            </a:r>
            <a:r>
              <a:rPr lang="ko-KR" altLang="en-US" sz="1600" dirty="0" smtClean="0"/>
              <a:t>인 상태에서만 수행 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HttpSession</a:t>
            </a:r>
            <a:r>
              <a:rPr lang="en-US" altLang="ko-KR" sz="1600" dirty="0" smtClean="0"/>
              <a:t> session=</a:t>
            </a:r>
            <a:r>
              <a:rPr lang="en-US" altLang="ko-KR" sz="1600" dirty="0" err="1" smtClean="0"/>
              <a:t>request.getSession</a:t>
            </a:r>
            <a:r>
              <a:rPr lang="en-US" altLang="ko-KR" sz="1600" dirty="0" smtClean="0"/>
              <a:t>();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2.</a:t>
            </a:r>
            <a:r>
              <a:rPr lang="ko-KR" altLang="en-US" sz="1600" dirty="0" smtClean="0"/>
              <a:t>세션에 값 설정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err="1" smtClean="0"/>
              <a:t>session.setAttribute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”, </a:t>
            </a:r>
            <a:r>
              <a:rPr lang="ko-KR" altLang="en-US" sz="1600" dirty="0" smtClean="0"/>
              <a:t>값 </a:t>
            </a:r>
            <a:r>
              <a:rPr lang="en-US" altLang="ko-KR" sz="1600" dirty="0" smtClean="0"/>
              <a:t>);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3.</a:t>
            </a:r>
            <a:r>
              <a:rPr lang="ko-KR" altLang="en-US" sz="1600" dirty="0" smtClean="0"/>
              <a:t>세션에서 값 얻기</a:t>
            </a:r>
            <a:endParaRPr lang="en-US" altLang="ko-KR" sz="1600" dirty="0" smtClean="0"/>
          </a:p>
          <a:p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데이터형</a:t>
            </a:r>
            <a:r>
              <a:rPr lang="en-US" altLang="ko-KR" sz="1600" dirty="0" smtClean="0"/>
              <a:t>   </a:t>
            </a:r>
            <a:r>
              <a:rPr lang="ko-KR" altLang="en-US" sz="1600" dirty="0" err="1" smtClean="0"/>
              <a:t>변수명</a:t>
            </a:r>
            <a:r>
              <a:rPr lang="en-US" altLang="ko-KR" sz="1600" dirty="0" smtClean="0"/>
              <a:t>=(</a:t>
            </a:r>
            <a:r>
              <a:rPr lang="en-US" altLang="ko-KR" sz="1600" dirty="0" err="1" smtClean="0"/>
              <a:t>Castring</a:t>
            </a:r>
            <a:r>
              <a:rPr lang="en-US" altLang="ko-KR" sz="1600" dirty="0" smtClean="0"/>
              <a:t>)</a:t>
            </a:r>
            <a:r>
              <a:rPr lang="en-US" altLang="ko-KR" sz="1600" dirty="0" err="1" smtClean="0"/>
              <a:t>session.getAttribute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4.</a:t>
            </a:r>
            <a:r>
              <a:rPr lang="ko-KR" altLang="en-US" sz="1600" dirty="0" smtClean="0"/>
              <a:t>세션의 생존시간 설정 </a:t>
            </a:r>
            <a:r>
              <a:rPr lang="en-US" altLang="ko-KR" sz="1600" dirty="0" smtClean="0"/>
              <a:t>(tomcat</a:t>
            </a:r>
            <a:r>
              <a:rPr lang="ko-KR" altLang="en-US" sz="1600" dirty="0" smtClean="0"/>
              <a:t>은 기본 설정 </a:t>
            </a:r>
            <a:r>
              <a:rPr lang="en-US" altLang="ko-KR" sz="1600" dirty="0" smtClean="0"/>
              <a:t>30</a:t>
            </a:r>
            <a:r>
              <a:rPr lang="ko-KR" altLang="en-US" sz="1600" dirty="0" smtClean="0"/>
              <a:t>분 </a:t>
            </a:r>
            <a:r>
              <a:rPr lang="en-US" altLang="ko-KR" sz="1600" dirty="0" smtClean="0"/>
              <a:t>) -  </a:t>
            </a:r>
            <a:r>
              <a:rPr lang="ko-KR" altLang="en-US" sz="1600" dirty="0" smtClean="0"/>
              <a:t>이 페이지가 요청되면 모든 </a:t>
            </a:r>
            <a:r>
              <a:rPr lang="en-US" altLang="ko-KR" sz="1600" dirty="0" smtClean="0"/>
              <a:t>JSP</a:t>
            </a:r>
            <a:r>
              <a:rPr lang="ko-KR" altLang="en-US" sz="1600" dirty="0" smtClean="0"/>
              <a:t>에 적용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session.setMaxInactiveInterval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초 </a:t>
            </a:r>
            <a:r>
              <a:rPr lang="en-US" altLang="ko-KR" sz="1600" dirty="0" smtClean="0"/>
              <a:t>);// </a:t>
            </a:r>
            <a:r>
              <a:rPr lang="ko-KR" altLang="en-US" sz="1600" dirty="0" smtClean="0"/>
              <a:t>초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분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시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일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월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년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5.</a:t>
            </a:r>
            <a:r>
              <a:rPr lang="ko-KR" altLang="en-US" sz="1600" dirty="0" smtClean="0"/>
              <a:t>세션 값 삭제</a:t>
            </a:r>
            <a:endParaRPr lang="en-US" altLang="ko-KR" sz="1600" dirty="0" smtClean="0"/>
          </a:p>
          <a:p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session.removeAttribute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6.</a:t>
            </a:r>
            <a:r>
              <a:rPr lang="ko-KR" altLang="en-US" sz="1600" dirty="0" smtClean="0"/>
              <a:t>브라우저에 할당된 세션을 무효화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session.invalidate</a:t>
            </a:r>
            <a:r>
              <a:rPr lang="en-US" altLang="ko-KR" sz="1600" dirty="0" smtClean="0"/>
              <a:t>();</a:t>
            </a:r>
            <a:endParaRPr lang="en-US" altLang="ko-KR" sz="1600" dirty="0"/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>
            <a:off x="3143240" y="2714620"/>
            <a:ext cx="35719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71868" y="2643182"/>
            <a:ext cx="2403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여러 페이지에서 자주 사용될 값</a:t>
            </a:r>
            <a:endParaRPr lang="ko-KR" altLang="en-US" sz="1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286256"/>
            <a:ext cx="3559171" cy="534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071934" y="4912058"/>
          <a:ext cx="307183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/>
                <a:gridCol w="1928826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키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브라우저</a:t>
                      </a:r>
                      <a:r>
                        <a:rPr lang="en-US" altLang="ko-KR" sz="1000" dirty="0" smtClean="0"/>
                        <a:t>id)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값</a:t>
                      </a:r>
                      <a:r>
                        <a:rPr lang="en-US" altLang="ko-KR" sz="1000" dirty="0" smtClean="0"/>
                        <a:t>( </a:t>
                      </a:r>
                      <a:r>
                        <a:rPr lang="ko-KR" altLang="en-US" sz="1000" dirty="0" smtClean="0"/>
                        <a:t>브라우저에서 저장한 값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A0101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{name,”</a:t>
                      </a:r>
                      <a:r>
                        <a:rPr lang="ko-KR" altLang="en-US" sz="1000" dirty="0" err="1" smtClean="0"/>
                        <a:t>장준녕</a:t>
                      </a:r>
                      <a:r>
                        <a:rPr lang="en-US" altLang="ko-KR" sz="1000" dirty="0" smtClean="0"/>
                        <a:t>”}</a:t>
                      </a:r>
                      <a:endParaRPr lang="ko-KR" altLang="en-US" sz="10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A0201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{name:”</a:t>
                      </a:r>
                      <a:r>
                        <a:rPr lang="ko-KR" altLang="en-US" sz="1000" dirty="0" smtClean="0"/>
                        <a:t>주현석</a:t>
                      </a:r>
                      <a:r>
                        <a:rPr lang="en-US" altLang="ko-KR" sz="1000" dirty="0" smtClean="0"/>
                        <a:t>”}</a:t>
                      </a:r>
                      <a:endParaRPr lang="ko-KR" alt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자유형 8"/>
          <p:cNvSpPr/>
          <p:nvPr/>
        </p:nvSpPr>
        <p:spPr>
          <a:xfrm>
            <a:off x="2919233" y="4809405"/>
            <a:ext cx="2856300" cy="436869"/>
          </a:xfrm>
          <a:custGeom>
            <a:avLst/>
            <a:gdLst>
              <a:gd name="connsiteX0" fmla="*/ 8117 w 2856300"/>
              <a:gd name="connsiteY0" fmla="*/ 188045 h 436869"/>
              <a:gd name="connsiteX1" fmla="*/ 39867 w 2856300"/>
              <a:gd name="connsiteY1" fmla="*/ 130895 h 436869"/>
              <a:gd name="connsiteX2" fmla="*/ 52567 w 2856300"/>
              <a:gd name="connsiteY2" fmla="*/ 105495 h 436869"/>
              <a:gd name="connsiteX3" fmla="*/ 90667 w 2856300"/>
              <a:gd name="connsiteY3" fmla="*/ 67395 h 436869"/>
              <a:gd name="connsiteX4" fmla="*/ 135117 w 2856300"/>
              <a:gd name="connsiteY4" fmla="*/ 29295 h 436869"/>
              <a:gd name="connsiteX5" fmla="*/ 166867 w 2856300"/>
              <a:gd name="connsiteY5" fmla="*/ 22945 h 436869"/>
              <a:gd name="connsiteX6" fmla="*/ 236717 w 2856300"/>
              <a:gd name="connsiteY6" fmla="*/ 3895 h 436869"/>
              <a:gd name="connsiteX7" fmla="*/ 433567 w 2856300"/>
              <a:gd name="connsiteY7" fmla="*/ 16595 h 436869"/>
              <a:gd name="connsiteX8" fmla="*/ 458967 w 2856300"/>
              <a:gd name="connsiteY8" fmla="*/ 22945 h 436869"/>
              <a:gd name="connsiteX9" fmla="*/ 497067 w 2856300"/>
              <a:gd name="connsiteY9" fmla="*/ 61045 h 436869"/>
              <a:gd name="connsiteX10" fmla="*/ 541517 w 2856300"/>
              <a:gd name="connsiteY10" fmla="*/ 92795 h 436869"/>
              <a:gd name="connsiteX11" fmla="*/ 585967 w 2856300"/>
              <a:gd name="connsiteY11" fmla="*/ 105495 h 436869"/>
              <a:gd name="connsiteX12" fmla="*/ 2014717 w 2856300"/>
              <a:gd name="connsiteY12" fmla="*/ 99145 h 436869"/>
              <a:gd name="connsiteX13" fmla="*/ 2040117 w 2856300"/>
              <a:gd name="connsiteY13" fmla="*/ 105495 h 436869"/>
              <a:gd name="connsiteX14" fmla="*/ 2090917 w 2856300"/>
              <a:gd name="connsiteY14" fmla="*/ 111845 h 436869"/>
              <a:gd name="connsiteX15" fmla="*/ 2154417 w 2856300"/>
              <a:gd name="connsiteY15" fmla="*/ 124545 h 436869"/>
              <a:gd name="connsiteX16" fmla="*/ 2179817 w 2856300"/>
              <a:gd name="connsiteY16" fmla="*/ 137245 h 436869"/>
              <a:gd name="connsiteX17" fmla="*/ 2281417 w 2856300"/>
              <a:gd name="connsiteY17" fmla="*/ 162645 h 436869"/>
              <a:gd name="connsiteX18" fmla="*/ 2357617 w 2856300"/>
              <a:gd name="connsiteY18" fmla="*/ 188045 h 436869"/>
              <a:gd name="connsiteX19" fmla="*/ 2395717 w 2856300"/>
              <a:gd name="connsiteY19" fmla="*/ 200745 h 436869"/>
              <a:gd name="connsiteX20" fmla="*/ 2421117 w 2856300"/>
              <a:gd name="connsiteY20" fmla="*/ 207095 h 436869"/>
              <a:gd name="connsiteX21" fmla="*/ 2459217 w 2856300"/>
              <a:gd name="connsiteY21" fmla="*/ 219795 h 436869"/>
              <a:gd name="connsiteX22" fmla="*/ 2478267 w 2856300"/>
              <a:gd name="connsiteY22" fmla="*/ 226145 h 436869"/>
              <a:gd name="connsiteX23" fmla="*/ 2516367 w 2856300"/>
              <a:gd name="connsiteY23" fmla="*/ 245195 h 436869"/>
              <a:gd name="connsiteX24" fmla="*/ 2560817 w 2856300"/>
              <a:gd name="connsiteY24" fmla="*/ 270595 h 436869"/>
              <a:gd name="connsiteX25" fmla="*/ 2586217 w 2856300"/>
              <a:gd name="connsiteY25" fmla="*/ 289645 h 436869"/>
              <a:gd name="connsiteX26" fmla="*/ 2605267 w 2856300"/>
              <a:gd name="connsiteY26" fmla="*/ 295995 h 436869"/>
              <a:gd name="connsiteX27" fmla="*/ 2649717 w 2856300"/>
              <a:gd name="connsiteY27" fmla="*/ 327745 h 436869"/>
              <a:gd name="connsiteX28" fmla="*/ 2675117 w 2856300"/>
              <a:gd name="connsiteY28" fmla="*/ 353145 h 436869"/>
              <a:gd name="connsiteX29" fmla="*/ 2694167 w 2856300"/>
              <a:gd name="connsiteY29" fmla="*/ 359495 h 436869"/>
              <a:gd name="connsiteX30" fmla="*/ 2738617 w 2856300"/>
              <a:gd name="connsiteY30" fmla="*/ 384895 h 436869"/>
              <a:gd name="connsiteX31" fmla="*/ 2770367 w 2856300"/>
              <a:gd name="connsiteY31" fmla="*/ 391245 h 436869"/>
              <a:gd name="connsiteX32" fmla="*/ 2789417 w 2856300"/>
              <a:gd name="connsiteY32" fmla="*/ 403945 h 436869"/>
              <a:gd name="connsiteX33" fmla="*/ 2808467 w 2856300"/>
              <a:gd name="connsiteY33" fmla="*/ 410295 h 436869"/>
              <a:gd name="connsiteX34" fmla="*/ 2852917 w 2856300"/>
              <a:gd name="connsiteY34" fmla="*/ 435695 h 43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856300" h="436869">
                <a:moveTo>
                  <a:pt x="8117" y="188045"/>
                </a:moveTo>
                <a:cubicBezTo>
                  <a:pt x="38567" y="127145"/>
                  <a:pt x="0" y="202656"/>
                  <a:pt x="39867" y="130895"/>
                </a:cubicBezTo>
                <a:cubicBezTo>
                  <a:pt x="44464" y="122620"/>
                  <a:pt x="46654" y="112887"/>
                  <a:pt x="52567" y="105495"/>
                </a:cubicBezTo>
                <a:cubicBezTo>
                  <a:pt x="63787" y="91470"/>
                  <a:pt x="77967" y="80095"/>
                  <a:pt x="90667" y="67395"/>
                </a:cubicBezTo>
                <a:cubicBezTo>
                  <a:pt x="101994" y="56068"/>
                  <a:pt x="120454" y="35812"/>
                  <a:pt x="135117" y="29295"/>
                </a:cubicBezTo>
                <a:cubicBezTo>
                  <a:pt x="144980" y="24912"/>
                  <a:pt x="156529" y="26046"/>
                  <a:pt x="166867" y="22945"/>
                </a:cubicBezTo>
                <a:cubicBezTo>
                  <a:pt x="243350" y="0"/>
                  <a:pt x="150349" y="18290"/>
                  <a:pt x="236717" y="3895"/>
                </a:cubicBezTo>
                <a:cubicBezTo>
                  <a:pt x="302334" y="8128"/>
                  <a:pt x="368054" y="10980"/>
                  <a:pt x="433567" y="16595"/>
                </a:cubicBezTo>
                <a:cubicBezTo>
                  <a:pt x="442262" y="17340"/>
                  <a:pt x="451817" y="17940"/>
                  <a:pt x="458967" y="22945"/>
                </a:cubicBezTo>
                <a:cubicBezTo>
                  <a:pt x="473681" y="33245"/>
                  <a:pt x="482699" y="50269"/>
                  <a:pt x="497067" y="61045"/>
                </a:cubicBezTo>
                <a:cubicBezTo>
                  <a:pt x="502820" y="65359"/>
                  <a:pt x="532232" y="88152"/>
                  <a:pt x="541517" y="92795"/>
                </a:cubicBezTo>
                <a:cubicBezTo>
                  <a:pt x="550627" y="97350"/>
                  <a:pt x="577829" y="103460"/>
                  <a:pt x="585967" y="105495"/>
                </a:cubicBezTo>
                <a:cubicBezTo>
                  <a:pt x="1285891" y="86053"/>
                  <a:pt x="1062791" y="87019"/>
                  <a:pt x="2014717" y="99145"/>
                </a:cubicBezTo>
                <a:cubicBezTo>
                  <a:pt x="2023444" y="99256"/>
                  <a:pt x="2031509" y="104060"/>
                  <a:pt x="2040117" y="105495"/>
                </a:cubicBezTo>
                <a:cubicBezTo>
                  <a:pt x="2056950" y="108300"/>
                  <a:pt x="2074084" y="109040"/>
                  <a:pt x="2090917" y="111845"/>
                </a:cubicBezTo>
                <a:cubicBezTo>
                  <a:pt x="2112209" y="115394"/>
                  <a:pt x="2154417" y="124545"/>
                  <a:pt x="2154417" y="124545"/>
                </a:cubicBezTo>
                <a:cubicBezTo>
                  <a:pt x="2162884" y="128778"/>
                  <a:pt x="2171028" y="133729"/>
                  <a:pt x="2179817" y="137245"/>
                </a:cubicBezTo>
                <a:cubicBezTo>
                  <a:pt x="2218869" y="152866"/>
                  <a:pt x="2236275" y="153617"/>
                  <a:pt x="2281417" y="162645"/>
                </a:cubicBezTo>
                <a:cubicBezTo>
                  <a:pt x="2327851" y="185862"/>
                  <a:pt x="2287636" y="168051"/>
                  <a:pt x="2357617" y="188045"/>
                </a:cubicBezTo>
                <a:cubicBezTo>
                  <a:pt x="2370489" y="191723"/>
                  <a:pt x="2382730" y="197498"/>
                  <a:pt x="2395717" y="200745"/>
                </a:cubicBezTo>
                <a:cubicBezTo>
                  <a:pt x="2404184" y="202862"/>
                  <a:pt x="2412758" y="204587"/>
                  <a:pt x="2421117" y="207095"/>
                </a:cubicBezTo>
                <a:cubicBezTo>
                  <a:pt x="2433939" y="210942"/>
                  <a:pt x="2446517" y="215562"/>
                  <a:pt x="2459217" y="219795"/>
                </a:cubicBezTo>
                <a:cubicBezTo>
                  <a:pt x="2465567" y="221912"/>
                  <a:pt x="2472698" y="222432"/>
                  <a:pt x="2478267" y="226145"/>
                </a:cubicBezTo>
                <a:cubicBezTo>
                  <a:pt x="2502886" y="242558"/>
                  <a:pt x="2490077" y="236432"/>
                  <a:pt x="2516367" y="245195"/>
                </a:cubicBezTo>
                <a:cubicBezTo>
                  <a:pt x="2559139" y="287967"/>
                  <a:pt x="2509649" y="245011"/>
                  <a:pt x="2560817" y="270595"/>
                </a:cubicBezTo>
                <a:cubicBezTo>
                  <a:pt x="2570283" y="275328"/>
                  <a:pt x="2577028" y="284394"/>
                  <a:pt x="2586217" y="289645"/>
                </a:cubicBezTo>
                <a:cubicBezTo>
                  <a:pt x="2592029" y="292966"/>
                  <a:pt x="2599280" y="293002"/>
                  <a:pt x="2605267" y="295995"/>
                </a:cubicBezTo>
                <a:cubicBezTo>
                  <a:pt x="2613170" y="299946"/>
                  <a:pt x="2645882" y="324389"/>
                  <a:pt x="2649717" y="327745"/>
                </a:cubicBezTo>
                <a:cubicBezTo>
                  <a:pt x="2658728" y="335630"/>
                  <a:pt x="2665374" y="346185"/>
                  <a:pt x="2675117" y="353145"/>
                </a:cubicBezTo>
                <a:cubicBezTo>
                  <a:pt x="2680564" y="357036"/>
                  <a:pt x="2688180" y="356502"/>
                  <a:pt x="2694167" y="359495"/>
                </a:cubicBezTo>
                <a:cubicBezTo>
                  <a:pt x="2722038" y="373430"/>
                  <a:pt x="2705219" y="373762"/>
                  <a:pt x="2738617" y="384895"/>
                </a:cubicBezTo>
                <a:cubicBezTo>
                  <a:pt x="2748856" y="388308"/>
                  <a:pt x="2759784" y="389128"/>
                  <a:pt x="2770367" y="391245"/>
                </a:cubicBezTo>
                <a:cubicBezTo>
                  <a:pt x="2776717" y="395478"/>
                  <a:pt x="2782591" y="400532"/>
                  <a:pt x="2789417" y="403945"/>
                </a:cubicBezTo>
                <a:cubicBezTo>
                  <a:pt x="2795404" y="406938"/>
                  <a:pt x="2802616" y="407044"/>
                  <a:pt x="2808467" y="410295"/>
                </a:cubicBezTo>
                <a:cubicBezTo>
                  <a:pt x="2856300" y="436869"/>
                  <a:pt x="2830198" y="435695"/>
                  <a:pt x="2852917" y="43569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2260600" y="5491920"/>
            <a:ext cx="5037771" cy="458938"/>
          </a:xfrm>
          <a:custGeom>
            <a:avLst/>
            <a:gdLst>
              <a:gd name="connsiteX0" fmla="*/ 0 w 5037771"/>
              <a:gd name="connsiteY0" fmla="*/ 343730 h 458938"/>
              <a:gd name="connsiteX1" fmla="*/ 88900 w 5037771"/>
              <a:gd name="connsiteY1" fmla="*/ 356430 h 458938"/>
              <a:gd name="connsiteX2" fmla="*/ 120650 w 5037771"/>
              <a:gd name="connsiteY2" fmla="*/ 369130 h 458938"/>
              <a:gd name="connsiteX3" fmla="*/ 241300 w 5037771"/>
              <a:gd name="connsiteY3" fmla="*/ 381830 h 458938"/>
              <a:gd name="connsiteX4" fmla="*/ 311150 w 5037771"/>
              <a:gd name="connsiteY4" fmla="*/ 388180 h 458938"/>
              <a:gd name="connsiteX5" fmla="*/ 400050 w 5037771"/>
              <a:gd name="connsiteY5" fmla="*/ 413580 h 458938"/>
              <a:gd name="connsiteX6" fmla="*/ 565150 w 5037771"/>
              <a:gd name="connsiteY6" fmla="*/ 426280 h 458938"/>
              <a:gd name="connsiteX7" fmla="*/ 641350 w 5037771"/>
              <a:gd name="connsiteY7" fmla="*/ 438980 h 458938"/>
              <a:gd name="connsiteX8" fmla="*/ 1174750 w 5037771"/>
              <a:gd name="connsiteY8" fmla="*/ 438980 h 458938"/>
              <a:gd name="connsiteX9" fmla="*/ 1219200 w 5037771"/>
              <a:gd name="connsiteY9" fmla="*/ 375480 h 458938"/>
              <a:gd name="connsiteX10" fmla="*/ 1238250 w 5037771"/>
              <a:gd name="connsiteY10" fmla="*/ 343730 h 458938"/>
              <a:gd name="connsiteX11" fmla="*/ 1263650 w 5037771"/>
              <a:gd name="connsiteY11" fmla="*/ 305630 h 458938"/>
              <a:gd name="connsiteX12" fmla="*/ 1282700 w 5037771"/>
              <a:gd name="connsiteY12" fmla="*/ 267530 h 458938"/>
              <a:gd name="connsiteX13" fmla="*/ 1308100 w 5037771"/>
              <a:gd name="connsiteY13" fmla="*/ 223080 h 458938"/>
              <a:gd name="connsiteX14" fmla="*/ 1346200 w 5037771"/>
              <a:gd name="connsiteY14" fmla="*/ 184980 h 458938"/>
              <a:gd name="connsiteX15" fmla="*/ 1365250 w 5037771"/>
              <a:gd name="connsiteY15" fmla="*/ 165930 h 458938"/>
              <a:gd name="connsiteX16" fmla="*/ 1384300 w 5037771"/>
              <a:gd name="connsiteY16" fmla="*/ 146880 h 458938"/>
              <a:gd name="connsiteX17" fmla="*/ 1416050 w 5037771"/>
              <a:gd name="connsiteY17" fmla="*/ 127830 h 458938"/>
              <a:gd name="connsiteX18" fmla="*/ 1435100 w 5037771"/>
              <a:gd name="connsiteY18" fmla="*/ 115130 h 458938"/>
              <a:gd name="connsiteX19" fmla="*/ 1466850 w 5037771"/>
              <a:gd name="connsiteY19" fmla="*/ 108780 h 458938"/>
              <a:gd name="connsiteX20" fmla="*/ 1517650 w 5037771"/>
              <a:gd name="connsiteY20" fmla="*/ 89730 h 458938"/>
              <a:gd name="connsiteX21" fmla="*/ 1536700 w 5037771"/>
              <a:gd name="connsiteY21" fmla="*/ 77030 h 458938"/>
              <a:gd name="connsiteX22" fmla="*/ 1555750 w 5037771"/>
              <a:gd name="connsiteY22" fmla="*/ 70680 h 458938"/>
              <a:gd name="connsiteX23" fmla="*/ 1619250 w 5037771"/>
              <a:gd name="connsiteY23" fmla="*/ 57980 h 458938"/>
              <a:gd name="connsiteX24" fmla="*/ 4705350 w 5037771"/>
              <a:gd name="connsiteY24" fmla="*/ 51630 h 458938"/>
              <a:gd name="connsiteX25" fmla="*/ 4826000 w 5037771"/>
              <a:gd name="connsiteY25" fmla="*/ 32580 h 458938"/>
              <a:gd name="connsiteX26" fmla="*/ 4870450 w 5037771"/>
              <a:gd name="connsiteY26" fmla="*/ 26230 h 458938"/>
              <a:gd name="connsiteX27" fmla="*/ 4940300 w 5037771"/>
              <a:gd name="connsiteY27" fmla="*/ 13530 h 458938"/>
              <a:gd name="connsiteX28" fmla="*/ 4991100 w 5037771"/>
              <a:gd name="connsiteY28" fmla="*/ 7180 h 458938"/>
              <a:gd name="connsiteX29" fmla="*/ 5035550 w 5037771"/>
              <a:gd name="connsiteY29" fmla="*/ 830 h 45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037771" h="458938">
                <a:moveTo>
                  <a:pt x="0" y="343730"/>
                </a:moveTo>
                <a:cubicBezTo>
                  <a:pt x="11302" y="345143"/>
                  <a:pt x="73406" y="352204"/>
                  <a:pt x="88900" y="356430"/>
                </a:cubicBezTo>
                <a:cubicBezTo>
                  <a:pt x="99897" y="359429"/>
                  <a:pt x="109406" y="367256"/>
                  <a:pt x="120650" y="369130"/>
                </a:cubicBezTo>
                <a:cubicBezTo>
                  <a:pt x="160539" y="375778"/>
                  <a:pt x="201062" y="377806"/>
                  <a:pt x="241300" y="381830"/>
                </a:cubicBezTo>
                <a:lnTo>
                  <a:pt x="311150" y="388180"/>
                </a:lnTo>
                <a:cubicBezTo>
                  <a:pt x="340783" y="396647"/>
                  <a:pt x="369785" y="407760"/>
                  <a:pt x="400050" y="413580"/>
                </a:cubicBezTo>
                <a:cubicBezTo>
                  <a:pt x="410470" y="415584"/>
                  <a:pt x="562008" y="426056"/>
                  <a:pt x="565150" y="426280"/>
                </a:cubicBezTo>
                <a:cubicBezTo>
                  <a:pt x="590550" y="430513"/>
                  <a:pt x="615798" y="435786"/>
                  <a:pt x="641350" y="438980"/>
                </a:cubicBezTo>
                <a:cubicBezTo>
                  <a:pt x="801012" y="458938"/>
                  <a:pt x="1101245" y="440001"/>
                  <a:pt x="1174750" y="438980"/>
                </a:cubicBezTo>
                <a:cubicBezTo>
                  <a:pt x="1192117" y="415824"/>
                  <a:pt x="1203565" y="401539"/>
                  <a:pt x="1219200" y="375480"/>
                </a:cubicBezTo>
                <a:cubicBezTo>
                  <a:pt x="1225550" y="364897"/>
                  <a:pt x="1231624" y="354143"/>
                  <a:pt x="1238250" y="343730"/>
                </a:cubicBezTo>
                <a:cubicBezTo>
                  <a:pt x="1246445" y="330853"/>
                  <a:pt x="1258823" y="320110"/>
                  <a:pt x="1263650" y="305630"/>
                </a:cubicBezTo>
                <a:cubicBezTo>
                  <a:pt x="1275292" y="270703"/>
                  <a:pt x="1263005" y="301997"/>
                  <a:pt x="1282700" y="267530"/>
                </a:cubicBezTo>
                <a:cubicBezTo>
                  <a:pt x="1291899" y="251432"/>
                  <a:pt x="1295723" y="237004"/>
                  <a:pt x="1308100" y="223080"/>
                </a:cubicBezTo>
                <a:cubicBezTo>
                  <a:pt x="1320032" y="209656"/>
                  <a:pt x="1333500" y="197680"/>
                  <a:pt x="1346200" y="184980"/>
                </a:cubicBezTo>
                <a:lnTo>
                  <a:pt x="1365250" y="165930"/>
                </a:lnTo>
                <a:cubicBezTo>
                  <a:pt x="1371600" y="159580"/>
                  <a:pt x="1376599" y="151500"/>
                  <a:pt x="1384300" y="146880"/>
                </a:cubicBezTo>
                <a:cubicBezTo>
                  <a:pt x="1394883" y="140530"/>
                  <a:pt x="1405584" y="134371"/>
                  <a:pt x="1416050" y="127830"/>
                </a:cubicBezTo>
                <a:cubicBezTo>
                  <a:pt x="1422522" y="123785"/>
                  <a:pt x="1427954" y="117810"/>
                  <a:pt x="1435100" y="115130"/>
                </a:cubicBezTo>
                <a:cubicBezTo>
                  <a:pt x="1445206" y="111340"/>
                  <a:pt x="1456267" y="110897"/>
                  <a:pt x="1466850" y="108780"/>
                </a:cubicBezTo>
                <a:cubicBezTo>
                  <a:pt x="1593833" y="45288"/>
                  <a:pt x="1396608" y="141605"/>
                  <a:pt x="1517650" y="89730"/>
                </a:cubicBezTo>
                <a:cubicBezTo>
                  <a:pt x="1524665" y="86724"/>
                  <a:pt x="1529874" y="80443"/>
                  <a:pt x="1536700" y="77030"/>
                </a:cubicBezTo>
                <a:cubicBezTo>
                  <a:pt x="1542687" y="74037"/>
                  <a:pt x="1549228" y="72185"/>
                  <a:pt x="1555750" y="70680"/>
                </a:cubicBezTo>
                <a:cubicBezTo>
                  <a:pt x="1576783" y="65826"/>
                  <a:pt x="1597664" y="58024"/>
                  <a:pt x="1619250" y="57980"/>
                </a:cubicBezTo>
                <a:lnTo>
                  <a:pt x="4705350" y="51630"/>
                </a:lnTo>
                <a:cubicBezTo>
                  <a:pt x="4766453" y="39409"/>
                  <a:pt x="4726416" y="46806"/>
                  <a:pt x="4826000" y="32580"/>
                </a:cubicBezTo>
                <a:cubicBezTo>
                  <a:pt x="4840817" y="30463"/>
                  <a:pt x="4855774" y="29165"/>
                  <a:pt x="4870450" y="26230"/>
                </a:cubicBezTo>
                <a:cubicBezTo>
                  <a:pt x="4897799" y="20760"/>
                  <a:pt x="4911865" y="17592"/>
                  <a:pt x="4940300" y="13530"/>
                </a:cubicBezTo>
                <a:cubicBezTo>
                  <a:pt x="4957194" y="11117"/>
                  <a:pt x="4974233" y="9775"/>
                  <a:pt x="4991100" y="7180"/>
                </a:cubicBezTo>
                <a:cubicBezTo>
                  <a:pt x="5037771" y="0"/>
                  <a:pt x="5007833" y="830"/>
                  <a:pt x="5035550" y="83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081058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*Cookie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비 연결성인 웹에서 관계를 유지하기 위해서 사용되는 클래스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내장객체가 아님</a:t>
            </a:r>
            <a:r>
              <a:rPr lang="en-US" altLang="ko-KR" sz="1600" dirty="0" smtClean="0"/>
              <a:t>. ( </a:t>
            </a:r>
            <a:r>
              <a:rPr lang="ko-KR" altLang="en-US" sz="1600" dirty="0" smtClean="0"/>
              <a:t>개발자가 객체화를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직접 하여 사용한다</a:t>
            </a:r>
            <a:r>
              <a:rPr lang="en-US" altLang="ko-KR" sz="1600" dirty="0" smtClean="0"/>
              <a:t>.)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접속자의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HDD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이  생성되고</a:t>
            </a:r>
            <a:r>
              <a:rPr lang="en-US" altLang="ko-KR" sz="1600" dirty="0" smtClean="0"/>
              <a:t>, </a:t>
            </a:r>
            <a:r>
              <a:rPr lang="ko-KR" altLang="en-US" sz="1600" b="1" dirty="0" smtClean="0"/>
              <a:t>문자열로만 정보가 저장</a:t>
            </a:r>
            <a:r>
              <a:rPr lang="ko-KR" altLang="en-US" sz="1600" dirty="0" smtClean="0"/>
              <a:t>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최장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년까지 유지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웹 브라우저에서 확인 가능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수정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삭제도 가능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1.</a:t>
            </a:r>
            <a:r>
              <a:rPr lang="ko-KR" altLang="en-US" sz="1600" dirty="0" smtClean="0"/>
              <a:t>객체화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Cookie </a:t>
            </a:r>
            <a:r>
              <a:rPr lang="en-US" altLang="ko-KR" sz="1600" dirty="0" err="1" smtClean="0"/>
              <a:t>cookie</a:t>
            </a:r>
            <a:r>
              <a:rPr lang="en-US" altLang="ko-KR" sz="1600" dirty="0" smtClean="0"/>
              <a:t>=new Cookie(“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”,”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”);</a:t>
            </a:r>
          </a:p>
          <a:p>
            <a:pPr marL="342900" indent="-342900"/>
            <a:endParaRPr lang="en-US" altLang="ko-KR" sz="1600" dirty="0"/>
          </a:p>
          <a:p>
            <a:pPr marL="342900" indent="-342900"/>
            <a:r>
              <a:rPr lang="en-US" altLang="ko-KR" sz="1600" dirty="0" smtClean="0"/>
              <a:t>2.</a:t>
            </a:r>
            <a:r>
              <a:rPr lang="ko-KR" altLang="en-US" sz="1600" dirty="0" smtClean="0"/>
              <a:t>생존시간설정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cookie.setMaxAge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초 </a:t>
            </a:r>
            <a:r>
              <a:rPr lang="en-US" altLang="ko-KR" sz="1600" dirty="0" smtClean="0"/>
              <a:t>); // </a:t>
            </a:r>
            <a:r>
              <a:rPr lang="ko-KR" altLang="en-US" sz="1600" dirty="0" smtClean="0"/>
              <a:t>초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분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시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일 </a:t>
            </a:r>
            <a:r>
              <a:rPr lang="en-US" altLang="ko-KR" sz="1600" dirty="0" smtClean="0"/>
              <a:t>* </a:t>
            </a:r>
            <a:r>
              <a:rPr lang="ko-KR" altLang="en-US" sz="1600" dirty="0" smtClean="0"/>
              <a:t>월 </a:t>
            </a:r>
            <a:r>
              <a:rPr lang="en-US" altLang="ko-KR" sz="1600" dirty="0" smtClean="0"/>
              <a:t>*</a:t>
            </a:r>
            <a:r>
              <a:rPr lang="ko-KR" altLang="en-US" sz="1600" dirty="0" smtClean="0"/>
              <a:t>년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최장</a:t>
            </a:r>
            <a:r>
              <a:rPr lang="en-US" altLang="ko-KR" sz="1600" dirty="0" smtClean="0"/>
              <a:t> 1</a:t>
            </a:r>
            <a:r>
              <a:rPr lang="ko-KR" altLang="en-US" sz="1600" dirty="0" smtClean="0"/>
              <a:t>년까지 살아남는다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                              *</a:t>
            </a:r>
            <a:r>
              <a:rPr lang="ko-KR" altLang="en-US" sz="1600" dirty="0" smtClean="0"/>
              <a:t>쿠키는 생존시간을 설정하지 않으면 브라우저가 종료 </a:t>
            </a:r>
            <a:r>
              <a:rPr lang="ko-KR" altLang="en-US" sz="1600" dirty="0" err="1" smtClean="0"/>
              <a:t>될때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                                  </a:t>
            </a:r>
            <a:r>
              <a:rPr lang="ko-KR" altLang="en-US" sz="1600" dirty="0" smtClean="0"/>
              <a:t>같이 삭제 된다</a:t>
            </a:r>
            <a:r>
              <a:rPr lang="en-US" altLang="ko-KR" sz="1600" dirty="0" smtClean="0"/>
              <a:t>. </a:t>
            </a:r>
          </a:p>
          <a:p>
            <a:pPr marL="342900" indent="-342900"/>
            <a:r>
              <a:rPr lang="en-US" altLang="ko-KR" sz="1600" dirty="0" smtClean="0"/>
              <a:t>3.</a:t>
            </a:r>
            <a:r>
              <a:rPr lang="ko-KR" altLang="en-US" sz="1600" dirty="0" smtClean="0"/>
              <a:t>쿠키 심기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/>
              <a:t> </a:t>
            </a:r>
            <a:r>
              <a:rPr lang="ko-KR" altLang="en-US" sz="1600" dirty="0"/>
              <a:t> </a:t>
            </a:r>
            <a:r>
              <a:rPr lang="en-US" altLang="ko-KR" sz="1600" dirty="0" err="1" smtClean="0"/>
              <a:t>response.addCookie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쿠키객체 </a:t>
            </a:r>
            <a:r>
              <a:rPr lang="en-US" altLang="ko-KR" sz="1600" dirty="0" smtClean="0"/>
              <a:t>);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4.</a:t>
            </a:r>
            <a:r>
              <a:rPr lang="ko-KR" altLang="en-US" sz="1600" dirty="0" smtClean="0"/>
              <a:t>쿠키들 읽기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Cookie[] cookies=</a:t>
            </a:r>
            <a:r>
              <a:rPr lang="en-US" altLang="ko-KR" sz="1600" dirty="0" err="1" smtClean="0"/>
              <a:t>request.getCookies</a:t>
            </a:r>
            <a:r>
              <a:rPr lang="en-US" altLang="ko-KR" sz="1600" dirty="0" smtClean="0"/>
              <a:t>();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Cookie temp=null;</a:t>
            </a:r>
            <a:endParaRPr lang="en-US" altLang="ko-KR" sz="1600" dirty="0"/>
          </a:p>
          <a:p>
            <a:pPr marL="342900" indent="-342900"/>
            <a:r>
              <a:rPr lang="en-US" altLang="ko-KR" sz="1600" dirty="0" smtClean="0"/>
              <a:t>for(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= 0 ;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&lt; </a:t>
            </a:r>
            <a:r>
              <a:rPr lang="en-US" altLang="ko-KR" sz="1600" dirty="0" err="1" smtClean="0"/>
              <a:t>cookies.length</a:t>
            </a:r>
            <a:r>
              <a:rPr lang="en-US" altLang="ko-KR" sz="1600" dirty="0" smtClean="0"/>
              <a:t> ;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++ ){</a:t>
            </a:r>
          </a:p>
          <a:p>
            <a:pPr marL="342900" indent="-342900"/>
            <a:r>
              <a:rPr lang="en-US" altLang="ko-KR" sz="1600" dirty="0" smtClean="0"/>
              <a:t>  temp=cookies[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];</a:t>
            </a:r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//</a:t>
            </a:r>
            <a:r>
              <a:rPr lang="ko-KR" altLang="en-US" sz="1600" dirty="0" smtClean="0"/>
              <a:t>쿠키의 이름 얻기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temp.getName</a:t>
            </a:r>
            <a:r>
              <a:rPr lang="en-US" altLang="ko-KR" sz="1600" dirty="0" smtClean="0"/>
              <a:t>()</a:t>
            </a:r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//</a:t>
            </a:r>
            <a:r>
              <a:rPr lang="ko-KR" altLang="en-US" sz="1600" dirty="0" smtClean="0"/>
              <a:t>쿠키의 값 얻기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temp.getValue</a:t>
            </a:r>
            <a:r>
              <a:rPr lang="en-US" altLang="ko-KR" sz="1600" dirty="0" smtClean="0"/>
              <a:t>()</a:t>
            </a:r>
          </a:p>
          <a:p>
            <a:pPr marL="342900" indent="-342900"/>
            <a:r>
              <a:rPr lang="en-US" altLang="ko-KR" sz="1600" dirty="0"/>
              <a:t> }</a:t>
            </a:r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5400000">
            <a:off x="3607587" y="1464455"/>
            <a:ext cx="128588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 rot="5400000">
            <a:off x="3143240" y="5429264"/>
            <a:ext cx="257176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4214818"/>
            <a:ext cx="42643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5.</a:t>
            </a:r>
            <a:r>
              <a:rPr lang="ko-KR" altLang="en-US" sz="1600" dirty="0" smtClean="0"/>
              <a:t>쿠키 삭제 </a:t>
            </a:r>
            <a:r>
              <a:rPr lang="en-US" altLang="ko-KR" sz="1600" dirty="0" smtClean="0"/>
              <a:t>– </a:t>
            </a:r>
            <a:r>
              <a:rPr lang="ko-KR" altLang="en-US" sz="1600" dirty="0" smtClean="0"/>
              <a:t>없다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1.</a:t>
            </a:r>
            <a:r>
              <a:rPr lang="ko-KR" altLang="en-US" sz="1600" dirty="0" smtClean="0"/>
              <a:t>삭제할 이름과 동일한 이름으로 쿠키 생성</a:t>
            </a:r>
            <a:endParaRPr lang="en-US" altLang="ko-KR" sz="1600" dirty="0" smtClean="0"/>
          </a:p>
          <a:p>
            <a:r>
              <a:rPr lang="en-US" altLang="ko-KR" sz="1600" dirty="0" smtClean="0"/>
              <a:t>  Cookie </a:t>
            </a:r>
            <a:r>
              <a:rPr lang="en-US" altLang="ko-KR" sz="1600" dirty="0" err="1" smtClean="0"/>
              <a:t>cookie</a:t>
            </a:r>
            <a:r>
              <a:rPr lang="en-US" altLang="ko-KR" sz="1600" dirty="0" smtClean="0"/>
              <a:t>=new Cookie(“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”,””);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2. </a:t>
            </a:r>
            <a:r>
              <a:rPr lang="ko-KR" altLang="en-US" sz="1600" dirty="0" smtClean="0"/>
              <a:t>생존시간을 설정</a:t>
            </a:r>
            <a:endParaRPr lang="en-US" altLang="ko-KR" sz="1600" dirty="0" smtClean="0"/>
          </a:p>
          <a:p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cookie.setMaxAge</a:t>
            </a:r>
            <a:r>
              <a:rPr lang="en-US" altLang="ko-KR" sz="1600" dirty="0" smtClean="0"/>
              <a:t>( </a:t>
            </a:r>
            <a:r>
              <a:rPr lang="en-US" altLang="ko-KR" sz="1600" dirty="0"/>
              <a:t>0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);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3.</a:t>
            </a:r>
            <a:r>
              <a:rPr lang="ko-KR" altLang="en-US" sz="1600" dirty="0" smtClean="0"/>
              <a:t>쿠키심기</a:t>
            </a:r>
            <a:endParaRPr lang="en-US" altLang="ko-KR" sz="1600" dirty="0" smtClean="0"/>
          </a:p>
          <a:p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response.addCookie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쿠키객체 </a:t>
            </a:r>
            <a:r>
              <a:rPr lang="en-US" altLang="ko-KR" sz="1600" dirty="0" smtClean="0"/>
              <a:t>);</a:t>
            </a:r>
          </a:p>
          <a:p>
            <a:r>
              <a:rPr lang="en-US" altLang="ko-KR" sz="1600" dirty="0"/>
              <a:t> </a:t>
            </a:r>
            <a:endParaRPr lang="en-US" altLang="ko-KR" sz="1600" dirty="0" smtClean="0"/>
          </a:p>
          <a:p>
            <a:endParaRPr lang="ko-KR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1208</Words>
  <Application>Microsoft Office PowerPoint</Application>
  <PresentationFormat>화면 슬라이드 쇼(4:3)</PresentationFormat>
  <Paragraphs>287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101</cp:revision>
  <dcterms:created xsi:type="dcterms:W3CDTF">2025-04-30T23:31:15Z</dcterms:created>
  <dcterms:modified xsi:type="dcterms:W3CDTF">2025-05-07T08:50:20Z</dcterms:modified>
</cp:coreProperties>
</file>